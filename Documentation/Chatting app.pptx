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3" r:id="rId16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446" y="-11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44728" y="10161523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623" y="129540"/>
                </a:moveTo>
                <a:lnTo>
                  <a:pt x="56388" y="129540"/>
                </a:lnTo>
                <a:lnTo>
                  <a:pt x="56388" y="0"/>
                </a:lnTo>
                <a:lnTo>
                  <a:pt x="0" y="0"/>
                </a:lnTo>
                <a:lnTo>
                  <a:pt x="0" y="129540"/>
                </a:lnTo>
                <a:lnTo>
                  <a:pt x="0" y="185420"/>
                </a:lnTo>
                <a:lnTo>
                  <a:pt x="185623" y="185420"/>
                </a:lnTo>
                <a:lnTo>
                  <a:pt x="185623" y="12954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4800" y="10161523"/>
            <a:ext cx="226060" cy="224790"/>
          </a:xfrm>
          <a:custGeom>
            <a:avLst/>
            <a:gdLst/>
            <a:ahLst/>
            <a:cxnLst/>
            <a:rect l="l" t="t" r="r" b="b"/>
            <a:pathLst>
              <a:path w="226059" h="224790">
                <a:moveTo>
                  <a:pt x="135940" y="29210"/>
                </a:moveTo>
                <a:lnTo>
                  <a:pt x="6705" y="29210"/>
                </a:lnTo>
                <a:lnTo>
                  <a:pt x="6705" y="0"/>
                </a:lnTo>
                <a:lnTo>
                  <a:pt x="0" y="0"/>
                </a:lnTo>
                <a:lnTo>
                  <a:pt x="0" y="29210"/>
                </a:lnTo>
                <a:lnTo>
                  <a:pt x="0" y="36830"/>
                </a:lnTo>
                <a:lnTo>
                  <a:pt x="135940" y="36830"/>
                </a:lnTo>
                <a:lnTo>
                  <a:pt x="135940" y="29210"/>
                </a:lnTo>
                <a:close/>
              </a:path>
              <a:path w="226059" h="224790">
                <a:moveTo>
                  <a:pt x="225552" y="218440"/>
                </a:moveTo>
                <a:lnTo>
                  <a:pt x="185623" y="218440"/>
                </a:lnTo>
                <a:lnTo>
                  <a:pt x="185623" y="86360"/>
                </a:lnTo>
                <a:lnTo>
                  <a:pt x="185623" y="78740"/>
                </a:lnTo>
                <a:lnTo>
                  <a:pt x="146608" y="78740"/>
                </a:lnTo>
                <a:lnTo>
                  <a:pt x="146608" y="29210"/>
                </a:lnTo>
                <a:lnTo>
                  <a:pt x="139293" y="29210"/>
                </a:lnTo>
                <a:lnTo>
                  <a:pt x="139293" y="78740"/>
                </a:lnTo>
                <a:lnTo>
                  <a:pt x="0" y="78740"/>
                </a:lnTo>
                <a:lnTo>
                  <a:pt x="0" y="86360"/>
                </a:lnTo>
                <a:lnTo>
                  <a:pt x="0" y="218440"/>
                </a:lnTo>
                <a:lnTo>
                  <a:pt x="0" y="224790"/>
                </a:lnTo>
                <a:lnTo>
                  <a:pt x="135940" y="224790"/>
                </a:lnTo>
                <a:lnTo>
                  <a:pt x="135940" y="218440"/>
                </a:lnTo>
                <a:lnTo>
                  <a:pt x="6705" y="218440"/>
                </a:lnTo>
                <a:lnTo>
                  <a:pt x="6705" y="86360"/>
                </a:lnTo>
                <a:lnTo>
                  <a:pt x="139293" y="86360"/>
                </a:lnTo>
                <a:lnTo>
                  <a:pt x="139293" y="218440"/>
                </a:lnTo>
                <a:lnTo>
                  <a:pt x="139293" y="224790"/>
                </a:lnTo>
                <a:lnTo>
                  <a:pt x="146608" y="224790"/>
                </a:lnTo>
                <a:lnTo>
                  <a:pt x="146608" y="218440"/>
                </a:lnTo>
                <a:lnTo>
                  <a:pt x="146608" y="86360"/>
                </a:lnTo>
                <a:lnTo>
                  <a:pt x="179222" y="86360"/>
                </a:lnTo>
                <a:lnTo>
                  <a:pt x="179222" y="218440"/>
                </a:lnTo>
                <a:lnTo>
                  <a:pt x="179222" y="224790"/>
                </a:lnTo>
                <a:lnTo>
                  <a:pt x="225552" y="224790"/>
                </a:lnTo>
                <a:lnTo>
                  <a:pt x="225552" y="218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3704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33704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65352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65352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97000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97000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228953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228953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460627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460627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69227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69227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923922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923922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15582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15582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387473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387473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619120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619120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851150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2851150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3082798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3082798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331444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331444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3546094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3546094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3777996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3777996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4009644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4009644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4241291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4241291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4473194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4473194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4704841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4704841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4936490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4936490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5168138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5168138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5400166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5400166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563181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563181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5863463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9209" y="0"/>
                </a:moveTo>
                <a:lnTo>
                  <a:pt x="0" y="0"/>
                </a:lnTo>
                <a:lnTo>
                  <a:pt x="0" y="56083"/>
                </a:lnTo>
                <a:lnTo>
                  <a:pt x="229209" y="56083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5863463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6095365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6095365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6327013" y="1029068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5">
                <a:moveTo>
                  <a:pt x="228904" y="0"/>
                </a:moveTo>
                <a:lnTo>
                  <a:pt x="0" y="0"/>
                </a:lnTo>
                <a:lnTo>
                  <a:pt x="0" y="56083"/>
                </a:lnTo>
                <a:lnTo>
                  <a:pt x="228904" y="56083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6327013" y="10379989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4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6558660" y="10290682"/>
            <a:ext cx="231775" cy="56515"/>
          </a:xfrm>
          <a:custGeom>
            <a:avLst/>
            <a:gdLst/>
            <a:ahLst/>
            <a:cxnLst/>
            <a:rect l="l" t="t" r="r" b="b"/>
            <a:pathLst>
              <a:path w="231775" h="56515">
                <a:moveTo>
                  <a:pt x="231343" y="0"/>
                </a:moveTo>
                <a:lnTo>
                  <a:pt x="0" y="0"/>
                </a:lnTo>
                <a:lnTo>
                  <a:pt x="0" y="56083"/>
                </a:lnTo>
                <a:lnTo>
                  <a:pt x="231343" y="56083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6558660" y="10379989"/>
            <a:ext cx="231775" cy="6985"/>
          </a:xfrm>
          <a:custGeom>
            <a:avLst/>
            <a:gdLst/>
            <a:ahLst/>
            <a:cxnLst/>
            <a:rect l="l" t="t" r="r" b="b"/>
            <a:pathLst>
              <a:path w="231775" h="6984">
                <a:moveTo>
                  <a:pt x="231343" y="0"/>
                </a:moveTo>
                <a:lnTo>
                  <a:pt x="0" y="0"/>
                </a:lnTo>
                <a:lnTo>
                  <a:pt x="0" y="6704"/>
                </a:lnTo>
                <a:lnTo>
                  <a:pt x="231343" y="6704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6793738" y="10290682"/>
            <a:ext cx="231775" cy="56515"/>
          </a:xfrm>
          <a:custGeom>
            <a:avLst/>
            <a:gdLst/>
            <a:ahLst/>
            <a:cxnLst/>
            <a:rect l="l" t="t" r="r" b="b"/>
            <a:pathLst>
              <a:path w="231775" h="56515">
                <a:moveTo>
                  <a:pt x="231343" y="0"/>
                </a:moveTo>
                <a:lnTo>
                  <a:pt x="0" y="0"/>
                </a:lnTo>
                <a:lnTo>
                  <a:pt x="0" y="56083"/>
                </a:lnTo>
                <a:lnTo>
                  <a:pt x="231343" y="56083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6793738" y="10379989"/>
            <a:ext cx="231775" cy="6985"/>
          </a:xfrm>
          <a:custGeom>
            <a:avLst/>
            <a:gdLst/>
            <a:ahLst/>
            <a:cxnLst/>
            <a:rect l="l" t="t" r="r" b="b"/>
            <a:pathLst>
              <a:path w="231775" h="6984">
                <a:moveTo>
                  <a:pt x="231343" y="0"/>
                </a:moveTo>
                <a:lnTo>
                  <a:pt x="0" y="0"/>
                </a:lnTo>
                <a:lnTo>
                  <a:pt x="0" y="6704"/>
                </a:lnTo>
                <a:lnTo>
                  <a:pt x="231343" y="6704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7028434" y="10161523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610" y="0"/>
                </a:moveTo>
                <a:lnTo>
                  <a:pt x="129159" y="0"/>
                </a:lnTo>
                <a:lnTo>
                  <a:pt x="129159" y="129540"/>
                </a:lnTo>
                <a:lnTo>
                  <a:pt x="0" y="129540"/>
                </a:lnTo>
                <a:lnTo>
                  <a:pt x="0" y="185420"/>
                </a:lnTo>
                <a:lnTo>
                  <a:pt x="185597" y="185420"/>
                </a:lnTo>
                <a:lnTo>
                  <a:pt x="185597" y="129540"/>
                </a:lnTo>
                <a:lnTo>
                  <a:pt x="185610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7028434" y="10161523"/>
            <a:ext cx="225425" cy="224790"/>
          </a:xfrm>
          <a:custGeom>
            <a:avLst/>
            <a:gdLst/>
            <a:ahLst/>
            <a:cxnLst/>
            <a:rect l="l" t="t" r="r" b="b"/>
            <a:pathLst>
              <a:path w="225425" h="224790">
                <a:moveTo>
                  <a:pt x="36258" y="218440"/>
                </a:moveTo>
                <a:lnTo>
                  <a:pt x="36245" y="88900"/>
                </a:lnTo>
                <a:lnTo>
                  <a:pt x="29845" y="88900"/>
                </a:lnTo>
                <a:lnTo>
                  <a:pt x="29845" y="218440"/>
                </a:lnTo>
                <a:lnTo>
                  <a:pt x="0" y="218440"/>
                </a:lnTo>
                <a:lnTo>
                  <a:pt x="0" y="224790"/>
                </a:lnTo>
                <a:lnTo>
                  <a:pt x="36258" y="224790"/>
                </a:lnTo>
                <a:lnTo>
                  <a:pt x="36258" y="218440"/>
                </a:lnTo>
                <a:close/>
              </a:path>
              <a:path w="225425" h="224790">
                <a:moveTo>
                  <a:pt x="225171" y="0"/>
                </a:moveTo>
                <a:lnTo>
                  <a:pt x="218821" y="0"/>
                </a:lnTo>
                <a:lnTo>
                  <a:pt x="218821" y="39370"/>
                </a:lnTo>
                <a:lnTo>
                  <a:pt x="79502" y="39370"/>
                </a:lnTo>
                <a:lnTo>
                  <a:pt x="79502" y="45720"/>
                </a:lnTo>
                <a:lnTo>
                  <a:pt x="79502" y="78740"/>
                </a:lnTo>
                <a:lnTo>
                  <a:pt x="29845" y="78740"/>
                </a:lnTo>
                <a:lnTo>
                  <a:pt x="29845" y="86360"/>
                </a:lnTo>
                <a:lnTo>
                  <a:pt x="79502" y="86360"/>
                </a:lnTo>
                <a:lnTo>
                  <a:pt x="79502" y="88900"/>
                </a:lnTo>
                <a:lnTo>
                  <a:pt x="79502" y="218440"/>
                </a:lnTo>
                <a:lnTo>
                  <a:pt x="79502" y="224790"/>
                </a:lnTo>
                <a:lnTo>
                  <a:pt x="225171" y="224790"/>
                </a:lnTo>
                <a:lnTo>
                  <a:pt x="225171" y="218440"/>
                </a:lnTo>
                <a:lnTo>
                  <a:pt x="225171" y="88900"/>
                </a:lnTo>
                <a:lnTo>
                  <a:pt x="218821" y="88900"/>
                </a:lnTo>
                <a:lnTo>
                  <a:pt x="218821" y="218440"/>
                </a:lnTo>
                <a:lnTo>
                  <a:pt x="86741" y="218440"/>
                </a:lnTo>
                <a:lnTo>
                  <a:pt x="86741" y="88900"/>
                </a:lnTo>
                <a:lnTo>
                  <a:pt x="86741" y="86360"/>
                </a:lnTo>
                <a:lnTo>
                  <a:pt x="225171" y="86360"/>
                </a:lnTo>
                <a:lnTo>
                  <a:pt x="225171" y="78740"/>
                </a:lnTo>
                <a:lnTo>
                  <a:pt x="86741" y="78740"/>
                </a:lnTo>
                <a:lnTo>
                  <a:pt x="86741" y="45720"/>
                </a:lnTo>
                <a:lnTo>
                  <a:pt x="225171" y="45720"/>
                </a:lnTo>
                <a:lnTo>
                  <a:pt x="225171" y="39370"/>
                </a:lnTo>
                <a:lnTo>
                  <a:pt x="2251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344728" y="344423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623" y="0"/>
                </a:moveTo>
                <a:lnTo>
                  <a:pt x="0" y="0"/>
                </a:lnTo>
                <a:lnTo>
                  <a:pt x="0" y="55880"/>
                </a:lnTo>
                <a:lnTo>
                  <a:pt x="0" y="185420"/>
                </a:lnTo>
                <a:lnTo>
                  <a:pt x="56388" y="185420"/>
                </a:lnTo>
                <a:lnTo>
                  <a:pt x="56388" y="55880"/>
                </a:lnTo>
                <a:lnTo>
                  <a:pt x="185623" y="55880"/>
                </a:lnTo>
                <a:lnTo>
                  <a:pt x="18562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304800" y="303783"/>
            <a:ext cx="226060" cy="226060"/>
          </a:xfrm>
          <a:custGeom>
            <a:avLst/>
            <a:gdLst/>
            <a:ahLst/>
            <a:cxnLst/>
            <a:rect l="l" t="t" r="r" b="b"/>
            <a:pathLst>
              <a:path w="226059" h="226059">
                <a:moveTo>
                  <a:pt x="195681" y="139700"/>
                </a:moveTo>
                <a:lnTo>
                  <a:pt x="146608" y="139700"/>
                </a:lnTo>
                <a:lnTo>
                  <a:pt x="146608" y="135890"/>
                </a:lnTo>
                <a:lnTo>
                  <a:pt x="146608" y="7620"/>
                </a:lnTo>
                <a:lnTo>
                  <a:pt x="146608" y="0"/>
                </a:lnTo>
                <a:lnTo>
                  <a:pt x="0" y="0"/>
                </a:lnTo>
                <a:lnTo>
                  <a:pt x="0" y="7620"/>
                </a:lnTo>
                <a:lnTo>
                  <a:pt x="0" y="135890"/>
                </a:lnTo>
                <a:lnTo>
                  <a:pt x="6705" y="135890"/>
                </a:lnTo>
                <a:lnTo>
                  <a:pt x="6705" y="7620"/>
                </a:lnTo>
                <a:lnTo>
                  <a:pt x="139293" y="7620"/>
                </a:lnTo>
                <a:lnTo>
                  <a:pt x="139293" y="135890"/>
                </a:lnTo>
                <a:lnTo>
                  <a:pt x="139293" y="139700"/>
                </a:lnTo>
                <a:lnTo>
                  <a:pt x="0" y="139700"/>
                </a:lnTo>
                <a:lnTo>
                  <a:pt x="0" y="147320"/>
                </a:lnTo>
                <a:lnTo>
                  <a:pt x="139293" y="147320"/>
                </a:lnTo>
                <a:lnTo>
                  <a:pt x="139293" y="179070"/>
                </a:lnTo>
                <a:lnTo>
                  <a:pt x="0" y="179070"/>
                </a:lnTo>
                <a:lnTo>
                  <a:pt x="0" y="186690"/>
                </a:lnTo>
                <a:lnTo>
                  <a:pt x="0" y="226060"/>
                </a:lnTo>
                <a:lnTo>
                  <a:pt x="6705" y="226060"/>
                </a:lnTo>
                <a:lnTo>
                  <a:pt x="6705" y="186690"/>
                </a:lnTo>
                <a:lnTo>
                  <a:pt x="146608" y="186690"/>
                </a:lnTo>
                <a:lnTo>
                  <a:pt x="146608" y="179070"/>
                </a:lnTo>
                <a:lnTo>
                  <a:pt x="146608" y="147320"/>
                </a:lnTo>
                <a:lnTo>
                  <a:pt x="195681" y="147320"/>
                </a:lnTo>
                <a:lnTo>
                  <a:pt x="195681" y="139700"/>
                </a:lnTo>
                <a:close/>
              </a:path>
              <a:path w="226059" h="226059">
                <a:moveTo>
                  <a:pt x="225552" y="0"/>
                </a:moveTo>
                <a:lnTo>
                  <a:pt x="188976" y="0"/>
                </a:lnTo>
                <a:lnTo>
                  <a:pt x="188976" y="7620"/>
                </a:lnTo>
                <a:lnTo>
                  <a:pt x="188976" y="135890"/>
                </a:lnTo>
                <a:lnTo>
                  <a:pt x="195681" y="135890"/>
                </a:lnTo>
                <a:lnTo>
                  <a:pt x="195681" y="7620"/>
                </a:lnTo>
                <a:lnTo>
                  <a:pt x="225552" y="7620"/>
                </a:lnTo>
                <a:lnTo>
                  <a:pt x="2255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533704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533704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765352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765352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997000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997000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228953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228953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460627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460627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69227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69227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923922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923922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215582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215582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2387473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2387473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2619120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2619120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2851150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2851150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3082798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3082798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331444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331444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3546094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3546094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3777996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3777996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4009644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4009644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4241291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4241291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4473194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4473194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4704841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4704841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4936490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4936490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5168138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5168138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5400166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5400166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563181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563181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5863463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9209" y="0"/>
                </a:moveTo>
                <a:lnTo>
                  <a:pt x="0" y="0"/>
                </a:lnTo>
                <a:lnTo>
                  <a:pt x="0" y="56388"/>
                </a:lnTo>
                <a:lnTo>
                  <a:pt x="229209" y="56388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5863463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9209" y="0"/>
                </a:moveTo>
                <a:lnTo>
                  <a:pt x="0" y="0"/>
                </a:lnTo>
                <a:lnTo>
                  <a:pt x="0" y="6704"/>
                </a:lnTo>
                <a:lnTo>
                  <a:pt x="229209" y="6704"/>
                </a:lnTo>
                <a:lnTo>
                  <a:pt x="2292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6095365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5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6095365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5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6327013" y="344042"/>
            <a:ext cx="229235" cy="56515"/>
          </a:xfrm>
          <a:custGeom>
            <a:avLst/>
            <a:gdLst/>
            <a:ahLst/>
            <a:cxnLst/>
            <a:rect l="l" t="t" r="r" b="b"/>
            <a:pathLst>
              <a:path w="229234" h="56514">
                <a:moveTo>
                  <a:pt x="228904" y="0"/>
                </a:moveTo>
                <a:lnTo>
                  <a:pt x="0" y="0"/>
                </a:lnTo>
                <a:lnTo>
                  <a:pt x="0" y="56388"/>
                </a:lnTo>
                <a:lnTo>
                  <a:pt x="228904" y="56388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6327013" y="304190"/>
            <a:ext cx="229235" cy="6985"/>
          </a:xfrm>
          <a:custGeom>
            <a:avLst/>
            <a:gdLst/>
            <a:ahLst/>
            <a:cxnLst/>
            <a:rect l="l" t="t" r="r" b="b"/>
            <a:pathLst>
              <a:path w="229234" h="6985">
                <a:moveTo>
                  <a:pt x="228904" y="0"/>
                </a:moveTo>
                <a:lnTo>
                  <a:pt x="0" y="0"/>
                </a:lnTo>
                <a:lnTo>
                  <a:pt x="0" y="6704"/>
                </a:lnTo>
                <a:lnTo>
                  <a:pt x="228904" y="6704"/>
                </a:lnTo>
                <a:lnTo>
                  <a:pt x="2289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6558660" y="344042"/>
            <a:ext cx="231775" cy="56515"/>
          </a:xfrm>
          <a:custGeom>
            <a:avLst/>
            <a:gdLst/>
            <a:ahLst/>
            <a:cxnLst/>
            <a:rect l="l" t="t" r="r" b="b"/>
            <a:pathLst>
              <a:path w="231775" h="56514">
                <a:moveTo>
                  <a:pt x="231343" y="0"/>
                </a:moveTo>
                <a:lnTo>
                  <a:pt x="0" y="0"/>
                </a:lnTo>
                <a:lnTo>
                  <a:pt x="0" y="56388"/>
                </a:lnTo>
                <a:lnTo>
                  <a:pt x="231343" y="56388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6558660" y="304190"/>
            <a:ext cx="231775" cy="6985"/>
          </a:xfrm>
          <a:custGeom>
            <a:avLst/>
            <a:gdLst/>
            <a:ahLst/>
            <a:cxnLst/>
            <a:rect l="l" t="t" r="r" b="b"/>
            <a:pathLst>
              <a:path w="231775" h="6985">
                <a:moveTo>
                  <a:pt x="231343" y="0"/>
                </a:moveTo>
                <a:lnTo>
                  <a:pt x="0" y="0"/>
                </a:lnTo>
                <a:lnTo>
                  <a:pt x="0" y="6704"/>
                </a:lnTo>
                <a:lnTo>
                  <a:pt x="231343" y="6704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6793738" y="344042"/>
            <a:ext cx="231775" cy="56515"/>
          </a:xfrm>
          <a:custGeom>
            <a:avLst/>
            <a:gdLst/>
            <a:ahLst/>
            <a:cxnLst/>
            <a:rect l="l" t="t" r="r" b="b"/>
            <a:pathLst>
              <a:path w="231775" h="56514">
                <a:moveTo>
                  <a:pt x="231343" y="0"/>
                </a:moveTo>
                <a:lnTo>
                  <a:pt x="0" y="0"/>
                </a:lnTo>
                <a:lnTo>
                  <a:pt x="0" y="56388"/>
                </a:lnTo>
                <a:lnTo>
                  <a:pt x="231343" y="56388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6793738" y="304190"/>
            <a:ext cx="231775" cy="6985"/>
          </a:xfrm>
          <a:custGeom>
            <a:avLst/>
            <a:gdLst/>
            <a:ahLst/>
            <a:cxnLst/>
            <a:rect l="l" t="t" r="r" b="b"/>
            <a:pathLst>
              <a:path w="231775" h="6985">
                <a:moveTo>
                  <a:pt x="231343" y="0"/>
                </a:moveTo>
                <a:lnTo>
                  <a:pt x="0" y="0"/>
                </a:lnTo>
                <a:lnTo>
                  <a:pt x="0" y="6704"/>
                </a:lnTo>
                <a:lnTo>
                  <a:pt x="231343" y="6704"/>
                </a:lnTo>
                <a:lnTo>
                  <a:pt x="2313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7028434" y="344423"/>
            <a:ext cx="186055" cy="185420"/>
          </a:xfrm>
          <a:custGeom>
            <a:avLst/>
            <a:gdLst/>
            <a:ahLst/>
            <a:cxnLst/>
            <a:rect l="l" t="t" r="r" b="b"/>
            <a:pathLst>
              <a:path w="186054" h="185420">
                <a:moveTo>
                  <a:pt x="185648" y="0"/>
                </a:moveTo>
                <a:lnTo>
                  <a:pt x="0" y="0"/>
                </a:lnTo>
                <a:lnTo>
                  <a:pt x="0" y="55880"/>
                </a:lnTo>
                <a:lnTo>
                  <a:pt x="129159" y="55880"/>
                </a:lnTo>
                <a:lnTo>
                  <a:pt x="129159" y="185420"/>
                </a:lnTo>
                <a:lnTo>
                  <a:pt x="185585" y="185420"/>
                </a:lnTo>
                <a:lnTo>
                  <a:pt x="185585" y="55880"/>
                </a:lnTo>
                <a:lnTo>
                  <a:pt x="18564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7028434" y="303783"/>
            <a:ext cx="225425" cy="226060"/>
          </a:xfrm>
          <a:custGeom>
            <a:avLst/>
            <a:gdLst/>
            <a:ahLst/>
            <a:cxnLst/>
            <a:rect l="l" t="t" r="r" b="b"/>
            <a:pathLst>
              <a:path w="225425" h="226059">
                <a:moveTo>
                  <a:pt x="225171" y="189230"/>
                </a:moveTo>
                <a:lnTo>
                  <a:pt x="89281" y="189230"/>
                </a:lnTo>
                <a:lnTo>
                  <a:pt x="89281" y="195580"/>
                </a:lnTo>
                <a:lnTo>
                  <a:pt x="218821" y="195580"/>
                </a:lnTo>
                <a:lnTo>
                  <a:pt x="218821" y="226060"/>
                </a:lnTo>
                <a:lnTo>
                  <a:pt x="225171" y="226060"/>
                </a:lnTo>
                <a:lnTo>
                  <a:pt x="225171" y="195580"/>
                </a:lnTo>
                <a:lnTo>
                  <a:pt x="225171" y="189230"/>
                </a:lnTo>
                <a:close/>
              </a:path>
              <a:path w="225425" h="226059">
                <a:moveTo>
                  <a:pt x="225234" y="7620"/>
                </a:moveTo>
                <a:lnTo>
                  <a:pt x="225171" y="0"/>
                </a:lnTo>
                <a:lnTo>
                  <a:pt x="89281" y="0"/>
                </a:lnTo>
                <a:lnTo>
                  <a:pt x="89281" y="7620"/>
                </a:lnTo>
                <a:lnTo>
                  <a:pt x="218821" y="7620"/>
                </a:lnTo>
                <a:lnTo>
                  <a:pt x="218821" y="139700"/>
                </a:lnTo>
                <a:lnTo>
                  <a:pt x="86741" y="139700"/>
                </a:lnTo>
                <a:lnTo>
                  <a:pt x="86741" y="7620"/>
                </a:lnTo>
                <a:lnTo>
                  <a:pt x="86741" y="0"/>
                </a:lnTo>
                <a:lnTo>
                  <a:pt x="79502" y="0"/>
                </a:lnTo>
                <a:lnTo>
                  <a:pt x="79502" y="7620"/>
                </a:lnTo>
                <a:lnTo>
                  <a:pt x="79502" y="139700"/>
                </a:lnTo>
                <a:lnTo>
                  <a:pt x="46355" y="139700"/>
                </a:lnTo>
                <a:lnTo>
                  <a:pt x="46355" y="7620"/>
                </a:lnTo>
                <a:lnTo>
                  <a:pt x="46355" y="0"/>
                </a:lnTo>
                <a:lnTo>
                  <a:pt x="0" y="0"/>
                </a:lnTo>
                <a:lnTo>
                  <a:pt x="0" y="7620"/>
                </a:lnTo>
                <a:lnTo>
                  <a:pt x="39624" y="7620"/>
                </a:lnTo>
                <a:lnTo>
                  <a:pt x="39624" y="139700"/>
                </a:lnTo>
                <a:lnTo>
                  <a:pt x="39624" y="147320"/>
                </a:lnTo>
                <a:lnTo>
                  <a:pt x="79502" y="147320"/>
                </a:lnTo>
                <a:lnTo>
                  <a:pt x="79502" y="195580"/>
                </a:lnTo>
                <a:lnTo>
                  <a:pt x="86741" y="195580"/>
                </a:lnTo>
                <a:lnTo>
                  <a:pt x="86741" y="147320"/>
                </a:lnTo>
                <a:lnTo>
                  <a:pt x="225221" y="147320"/>
                </a:lnTo>
                <a:lnTo>
                  <a:pt x="225221" y="139700"/>
                </a:lnTo>
                <a:lnTo>
                  <a:pt x="225234" y="76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7157593" y="53309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7247255" y="53309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7157593" y="76779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7247255" y="76779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7157593" y="100248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7247255" y="100248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7157593" y="123713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7247255" y="123713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7157593" y="14718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7247255" y="14718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7157593" y="17068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7247255" y="17068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7157593" y="194152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7247255" y="194152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7157593" y="217622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7247255" y="217622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7157593" y="241099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7247255" y="241099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7157593" y="264599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7247255" y="264599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7157593" y="288069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7247255" y="288069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7157593" y="311538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7247255" y="311538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7157593" y="335008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7247255" y="335008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7157593" y="358472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7247255" y="358472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7157593" y="38197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7247255" y="38197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7157593" y="405442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7247255" y="405442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7157593" y="4289119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7247255" y="4289119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7157593" y="4523765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7247255" y="4523765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7157593" y="475846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7247255" y="475846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7157593" y="499346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7247255" y="499346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7157593" y="522815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7247255" y="522815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7157593" y="546285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7247255" y="546285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7157593" y="569762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7247255" y="569762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7157593" y="593262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7247255" y="593262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7157593" y="616732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7247255" y="616732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10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7157593" y="640201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7247255" y="640201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7157593" y="663666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7247255" y="663666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7157593" y="687136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7247255" y="687136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7157593" y="710636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7247255" y="710636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7157593" y="734105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7247255" y="734105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7157593" y="757575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7247255" y="757575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7157593" y="781052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7247255" y="781052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7157593" y="8045525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7247255" y="8045525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7157593" y="828022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7247255" y="828022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7157593" y="851491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7247255" y="851491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7157593" y="874956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7247255" y="874956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7157593" y="8984259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7247255" y="8984259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2257"/>
                </a:lnTo>
                <a:lnTo>
                  <a:pt x="6400" y="232257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7157593" y="921931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7247255" y="921931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7157593" y="945400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7247255" y="945400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7157593" y="968870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5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7247255" y="968870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4" h="232409">
                <a:moveTo>
                  <a:pt x="6400" y="0"/>
                </a:moveTo>
                <a:lnTo>
                  <a:pt x="0" y="0"/>
                </a:lnTo>
                <a:lnTo>
                  <a:pt x="0" y="231952"/>
                </a:lnTo>
                <a:lnTo>
                  <a:pt x="6400" y="231952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7157593" y="9923398"/>
            <a:ext cx="56515" cy="235585"/>
          </a:xfrm>
          <a:custGeom>
            <a:avLst/>
            <a:gdLst/>
            <a:ahLst/>
            <a:cxnLst/>
            <a:rect l="l" t="t" r="r" b="b"/>
            <a:pathLst>
              <a:path w="56515" h="235584">
                <a:moveTo>
                  <a:pt x="56388" y="0"/>
                </a:moveTo>
                <a:lnTo>
                  <a:pt x="0" y="0"/>
                </a:lnTo>
                <a:lnTo>
                  <a:pt x="0" y="235305"/>
                </a:lnTo>
                <a:lnTo>
                  <a:pt x="56388" y="235305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7247255" y="9923398"/>
            <a:ext cx="6985" cy="235585"/>
          </a:xfrm>
          <a:custGeom>
            <a:avLst/>
            <a:gdLst/>
            <a:ahLst/>
            <a:cxnLst/>
            <a:rect l="l" t="t" r="r" b="b"/>
            <a:pathLst>
              <a:path w="6984" h="235584">
                <a:moveTo>
                  <a:pt x="6400" y="0"/>
                </a:moveTo>
                <a:lnTo>
                  <a:pt x="0" y="0"/>
                </a:lnTo>
                <a:lnTo>
                  <a:pt x="0" y="235305"/>
                </a:lnTo>
                <a:lnTo>
                  <a:pt x="6400" y="235305"/>
                </a:lnTo>
                <a:lnTo>
                  <a:pt x="6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344728" y="53309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304800" y="53309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344728" y="76779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304800" y="76779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344728" y="100248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304800" y="100248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344728" y="123713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304800" y="123713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344728" y="14718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304800" y="14718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344728" y="17068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304800" y="17068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344728" y="194152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304800" y="194152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344728" y="217622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304800" y="217622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344728" y="241099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304800" y="241099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344728" y="264599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304800" y="264599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344728" y="288069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304800" y="288069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344728" y="311538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304800" y="311538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344728" y="335008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304800" y="335008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344728" y="358472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304800" y="358472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344728" y="381972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304800" y="381972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344728" y="405442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304800" y="405442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344728" y="4289119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304800" y="4289119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344728" y="4523765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304800" y="4523765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344728" y="475846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304800" y="475846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344728" y="499346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304800" y="499346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344728" y="522815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304800" y="522815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344728" y="546285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304800" y="546285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344728" y="569762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304800" y="569762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344728" y="593262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304800" y="593262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344728" y="616732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10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304800" y="616732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10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344728" y="640201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304800" y="640201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344728" y="663666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304800" y="663666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344728" y="687136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304800" y="687136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344728" y="710636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304800" y="710636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344728" y="7341057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304800" y="7341057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344728" y="7575753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304800" y="7575753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344728" y="7810524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304800" y="7810524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344728" y="8045525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304800" y="8045525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344728" y="8280221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304800" y="8280221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344728" y="8514918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304800" y="8514918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344728" y="874956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304800" y="874956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344728" y="8984259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2257"/>
                </a:lnTo>
                <a:lnTo>
                  <a:pt x="56388" y="232257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304800" y="8984259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2257"/>
                </a:lnTo>
                <a:lnTo>
                  <a:pt x="6704" y="232257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344728" y="9219310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304800" y="9219310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344728" y="9454006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304800" y="9454006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344728" y="9688702"/>
            <a:ext cx="56515" cy="232410"/>
          </a:xfrm>
          <a:custGeom>
            <a:avLst/>
            <a:gdLst/>
            <a:ahLst/>
            <a:cxnLst/>
            <a:rect l="l" t="t" r="r" b="b"/>
            <a:pathLst>
              <a:path w="56514" h="232409">
                <a:moveTo>
                  <a:pt x="56388" y="0"/>
                </a:moveTo>
                <a:lnTo>
                  <a:pt x="0" y="0"/>
                </a:lnTo>
                <a:lnTo>
                  <a:pt x="0" y="231952"/>
                </a:lnTo>
                <a:lnTo>
                  <a:pt x="56388" y="231952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304800" y="9688702"/>
            <a:ext cx="6985" cy="232410"/>
          </a:xfrm>
          <a:custGeom>
            <a:avLst/>
            <a:gdLst/>
            <a:ahLst/>
            <a:cxnLst/>
            <a:rect l="l" t="t" r="r" b="b"/>
            <a:pathLst>
              <a:path w="6985" h="232409">
                <a:moveTo>
                  <a:pt x="6704" y="0"/>
                </a:moveTo>
                <a:lnTo>
                  <a:pt x="0" y="0"/>
                </a:lnTo>
                <a:lnTo>
                  <a:pt x="0" y="231952"/>
                </a:lnTo>
                <a:lnTo>
                  <a:pt x="6704" y="231952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344728" y="9923398"/>
            <a:ext cx="56515" cy="235585"/>
          </a:xfrm>
          <a:custGeom>
            <a:avLst/>
            <a:gdLst/>
            <a:ahLst/>
            <a:cxnLst/>
            <a:rect l="l" t="t" r="r" b="b"/>
            <a:pathLst>
              <a:path w="56514" h="235584">
                <a:moveTo>
                  <a:pt x="56388" y="0"/>
                </a:moveTo>
                <a:lnTo>
                  <a:pt x="0" y="0"/>
                </a:lnTo>
                <a:lnTo>
                  <a:pt x="0" y="235305"/>
                </a:lnTo>
                <a:lnTo>
                  <a:pt x="56388" y="235305"/>
                </a:lnTo>
                <a:lnTo>
                  <a:pt x="56388" y="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304800" y="9923398"/>
            <a:ext cx="6985" cy="235585"/>
          </a:xfrm>
          <a:custGeom>
            <a:avLst/>
            <a:gdLst/>
            <a:ahLst/>
            <a:cxnLst/>
            <a:rect l="l" t="t" r="r" b="b"/>
            <a:pathLst>
              <a:path w="6985" h="235584">
                <a:moveTo>
                  <a:pt x="6704" y="0"/>
                </a:moveTo>
                <a:lnTo>
                  <a:pt x="0" y="0"/>
                </a:lnTo>
                <a:lnTo>
                  <a:pt x="0" y="235305"/>
                </a:lnTo>
                <a:lnTo>
                  <a:pt x="6704" y="235305"/>
                </a:lnTo>
                <a:lnTo>
                  <a:pt x="67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8575" y="3566617"/>
            <a:ext cx="4965700" cy="1365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196" y="767842"/>
            <a:ext cx="51435" cy="552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" spc="5" dirty="0">
                <a:latin typeface="Times New Roman"/>
                <a:cs typeface="Times New Roman"/>
              </a:rPr>
              <a:t>ch</a:t>
            </a:r>
            <a:endParaRPr sz="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99410" y="795273"/>
            <a:ext cx="1880235" cy="3060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8285" algn="ctr">
              <a:lnSpc>
                <a:spcPts val="150"/>
              </a:lnSpc>
              <a:spcBef>
                <a:spcPts val="90"/>
              </a:spcBef>
            </a:pPr>
            <a:r>
              <a:rPr sz="200" b="1" spc="-30" dirty="0">
                <a:latin typeface="Times New Roman"/>
                <a:cs typeface="Times New Roman"/>
              </a:rPr>
              <a:t>1.</a:t>
            </a:r>
            <a:endParaRPr sz="200">
              <a:latin typeface="Times New Roman"/>
              <a:cs typeface="Times New Roman"/>
            </a:endParaRPr>
          </a:p>
          <a:p>
            <a:pPr marL="12700">
              <a:lnSpc>
                <a:spcPts val="2070"/>
              </a:lnSpc>
            </a:pPr>
            <a:r>
              <a:rPr sz="1800" spc="-5" dirty="0">
                <a:latin typeface="Times New Roman"/>
                <a:cs typeface="Times New Roman"/>
              </a:rPr>
              <a:t>A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10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je</a:t>
            </a:r>
            <a:r>
              <a:rPr sz="1800" spc="-15" dirty="0">
                <a:latin typeface="Times New Roman"/>
                <a:cs typeface="Times New Roman"/>
              </a:rPr>
              <a:t>c</a:t>
            </a:r>
            <a:r>
              <a:rPr sz="1800" dirty="0">
                <a:latin typeface="Times New Roman"/>
                <a:cs typeface="Times New Roman"/>
              </a:rPr>
              <a:t>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10" dirty="0">
                <a:latin typeface="Times New Roman"/>
                <a:cs typeface="Times New Roman"/>
              </a:rPr>
              <a:t>e</a:t>
            </a:r>
            <a:r>
              <a:rPr sz="1800" spc="10" dirty="0">
                <a:latin typeface="Times New Roman"/>
                <a:cs typeface="Times New Roman"/>
              </a:rPr>
              <a:t>p</a:t>
            </a:r>
            <a:r>
              <a:rPr sz="1800" spc="-15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rt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Times New Roman"/>
                <a:cs typeface="Times New Roman"/>
              </a:rPr>
              <a:t>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8821" y="2206625"/>
            <a:ext cx="5188585" cy="305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445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Submitted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partial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fulfillment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of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requirement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for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 </a:t>
            </a:r>
            <a:r>
              <a:rPr sz="1800" spc="-43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award</a:t>
            </a:r>
            <a:r>
              <a:rPr sz="1800" spc="5" dirty="0">
                <a:latin typeface="Times New Roman"/>
                <a:cs typeface="Times New Roman"/>
              </a:rPr>
              <a:t> of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degree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900" dirty="0">
                <a:latin typeface="Times New Roman"/>
                <a:cs typeface="Times New Roman"/>
              </a:rPr>
              <a:t>Bachelor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Computer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Application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(BCA)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>
              <a:latin typeface="Times New Roman"/>
              <a:cs typeface="Times New Roman"/>
            </a:endParaRPr>
          </a:p>
          <a:p>
            <a:pPr marL="8255" algn="ctr">
              <a:lnSpc>
                <a:spcPct val="100000"/>
              </a:lnSpc>
            </a:pPr>
            <a:r>
              <a:rPr sz="1600" spc="-30" dirty="0">
                <a:latin typeface="Times New Roman"/>
                <a:cs typeface="Times New Roman"/>
              </a:rPr>
              <a:t>A</a:t>
            </a:r>
            <a:r>
              <a:rPr sz="1600" dirty="0">
                <a:latin typeface="Times New Roman"/>
                <a:cs typeface="Times New Roman"/>
              </a:rPr>
              <a:t>c</a:t>
            </a:r>
            <a:r>
              <a:rPr sz="1600" spc="-2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d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25" dirty="0">
                <a:latin typeface="Times New Roman"/>
                <a:cs typeface="Times New Roman"/>
              </a:rPr>
              <a:t>m</a:t>
            </a:r>
            <a:r>
              <a:rPr sz="1600" spc="-15" dirty="0">
                <a:latin typeface="Times New Roman"/>
                <a:cs typeface="Times New Roman"/>
              </a:rPr>
              <a:t>i</a:t>
            </a:r>
            <a:r>
              <a:rPr sz="1600" dirty="0">
                <a:latin typeface="Times New Roman"/>
                <a:cs typeface="Times New Roman"/>
              </a:rPr>
              <a:t>c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Y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dirty="0">
                <a:latin typeface="Times New Roman"/>
                <a:cs typeface="Times New Roman"/>
              </a:rPr>
              <a:t>ar</a:t>
            </a:r>
            <a:r>
              <a:rPr sz="1600" spc="-1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202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140" dirty="0">
                <a:latin typeface="Arial MT"/>
                <a:cs typeface="Arial MT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24</a:t>
            </a:r>
            <a:endParaRPr sz="1600">
              <a:latin typeface="Times New Roman"/>
              <a:cs typeface="Times New Roman"/>
            </a:endParaRPr>
          </a:p>
          <a:p>
            <a:pPr marR="2540" algn="ctr">
              <a:lnSpc>
                <a:spcPct val="100000"/>
              </a:lnSpc>
              <a:spcBef>
                <a:spcPts val="1065"/>
              </a:spcBef>
            </a:pPr>
            <a:r>
              <a:rPr sz="1300" b="1" spc="-10" dirty="0">
                <a:latin typeface="Verdana"/>
                <a:cs typeface="Verdana"/>
              </a:rPr>
              <a:t>(Aryan</a:t>
            </a:r>
            <a:r>
              <a:rPr sz="1300" b="1" spc="-80" dirty="0">
                <a:latin typeface="Verdana"/>
                <a:cs typeface="Verdana"/>
              </a:rPr>
              <a:t> </a:t>
            </a:r>
            <a:r>
              <a:rPr sz="1300" b="1" spc="-5" dirty="0">
                <a:latin typeface="Verdana"/>
                <a:cs typeface="Verdana"/>
              </a:rPr>
              <a:t>Ponkiya)</a:t>
            </a:r>
            <a:r>
              <a:rPr sz="1300" b="1" spc="495" dirty="0">
                <a:latin typeface="Verdana"/>
                <a:cs typeface="Verdana"/>
              </a:rPr>
              <a:t> </a:t>
            </a:r>
            <a:r>
              <a:rPr sz="1300" b="1" spc="-15" dirty="0">
                <a:latin typeface="Verdana"/>
                <a:cs typeface="Verdana"/>
              </a:rPr>
              <a:t>92200527253</a:t>
            </a:r>
            <a:endParaRPr sz="13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1300" b="1" spc="-5" dirty="0">
                <a:latin typeface="Verdana"/>
                <a:cs typeface="Verdana"/>
              </a:rPr>
              <a:t>(Divyesh</a:t>
            </a:r>
            <a:r>
              <a:rPr sz="1300" b="1" spc="-80" dirty="0">
                <a:latin typeface="Verdana"/>
                <a:cs typeface="Verdana"/>
              </a:rPr>
              <a:t> </a:t>
            </a:r>
            <a:r>
              <a:rPr sz="1300" b="1" spc="-5" dirty="0">
                <a:latin typeface="Verdana"/>
                <a:cs typeface="Verdana"/>
              </a:rPr>
              <a:t>Gangah)</a:t>
            </a:r>
            <a:r>
              <a:rPr sz="1300" b="1" spc="-20" dirty="0">
                <a:latin typeface="Verdana"/>
                <a:cs typeface="Verdana"/>
              </a:rPr>
              <a:t> </a:t>
            </a:r>
            <a:r>
              <a:rPr sz="1300" b="1" spc="-15" dirty="0">
                <a:latin typeface="Verdana"/>
                <a:cs typeface="Verdana"/>
              </a:rPr>
              <a:t>92200527243</a:t>
            </a:r>
            <a:endParaRPr sz="1300">
              <a:latin typeface="Verdana"/>
              <a:cs typeface="Verdana"/>
            </a:endParaRPr>
          </a:p>
          <a:p>
            <a:pPr marR="2540" algn="ctr">
              <a:lnSpc>
                <a:spcPct val="100000"/>
              </a:lnSpc>
              <a:spcBef>
                <a:spcPts val="1010"/>
              </a:spcBef>
            </a:pPr>
            <a:r>
              <a:rPr sz="1300" b="1" spc="-5" dirty="0">
                <a:latin typeface="Verdana"/>
                <a:cs typeface="Verdana"/>
              </a:rPr>
              <a:t>(Harsh</a:t>
            </a:r>
            <a:r>
              <a:rPr sz="1300" b="1" spc="-30" dirty="0">
                <a:latin typeface="Verdana"/>
                <a:cs typeface="Verdana"/>
              </a:rPr>
              <a:t> </a:t>
            </a:r>
            <a:r>
              <a:rPr sz="1300" b="1" spc="-5" dirty="0">
                <a:latin typeface="Verdana"/>
                <a:cs typeface="Verdana"/>
              </a:rPr>
              <a:t>Thobani)</a:t>
            </a:r>
            <a:r>
              <a:rPr sz="1300" b="1" spc="365" dirty="0">
                <a:latin typeface="Verdana"/>
                <a:cs typeface="Verdana"/>
              </a:rPr>
              <a:t> </a:t>
            </a:r>
            <a:r>
              <a:rPr sz="1300" b="1" spc="-15" dirty="0">
                <a:latin typeface="Verdana"/>
                <a:cs typeface="Verdana"/>
              </a:rPr>
              <a:t>92200527002</a:t>
            </a:r>
            <a:endParaRPr sz="13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43605" y="5538526"/>
          <a:ext cx="1677670" cy="508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7764"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900" b="1" u="heavy" spc="2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900" b="1" u="heavy" spc="1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900" b="1" u="heavy" spc="2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nal</a:t>
                      </a:r>
                      <a:r>
                        <a:rPr sz="1900" b="1" u="heavy" spc="-4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G</a:t>
                      </a:r>
                      <a:r>
                        <a:rPr sz="1900" b="1" u="heavy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uid</a:t>
                      </a:r>
                      <a:r>
                        <a:rPr sz="1900" b="1" u="heavy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e</a:t>
                      </a: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761">
                <a:tc>
                  <a:txBody>
                    <a:bodyPr/>
                    <a:lstStyle/>
                    <a:p>
                      <a:pPr marL="5080" algn="ctr">
                        <a:lnSpc>
                          <a:spcPts val="1795"/>
                        </a:lnSpc>
                      </a:pPr>
                      <a:r>
                        <a:rPr sz="1700" spc="-4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700" spc="-1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6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7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429638" y="8460104"/>
            <a:ext cx="46951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Calibri"/>
                <a:cs typeface="Calibri"/>
              </a:rPr>
              <a:t>Rajkot-Morbi</a:t>
            </a:r>
            <a:r>
              <a:rPr sz="1300" spc="-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Road,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&amp;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PO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: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Gauridad,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Rajkot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360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003.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Gujarat.</a:t>
            </a:r>
            <a:r>
              <a:rPr sz="1300" spc="-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India.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1058" y="1435798"/>
            <a:ext cx="4314190" cy="524510"/>
            <a:chOff x="1611058" y="1435798"/>
            <a:chExt cx="4314190" cy="52451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5290" y="1509013"/>
              <a:ext cx="4239768" cy="4511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618996" y="1443735"/>
              <a:ext cx="4219575" cy="428625"/>
            </a:xfrm>
            <a:custGeom>
              <a:avLst/>
              <a:gdLst/>
              <a:ahLst/>
              <a:cxnLst/>
              <a:rect l="l" t="t" r="r" b="b"/>
              <a:pathLst>
                <a:path w="4219575" h="428625">
                  <a:moveTo>
                    <a:pt x="4219575" y="0"/>
                  </a:moveTo>
                  <a:lnTo>
                    <a:pt x="0" y="0"/>
                  </a:lnTo>
                  <a:lnTo>
                    <a:pt x="0" y="428625"/>
                  </a:lnTo>
                  <a:lnTo>
                    <a:pt x="4219575" y="428625"/>
                  </a:lnTo>
                  <a:lnTo>
                    <a:pt x="4219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18996" y="1443735"/>
              <a:ext cx="4219575" cy="428625"/>
            </a:xfrm>
            <a:custGeom>
              <a:avLst/>
              <a:gdLst/>
              <a:ahLst/>
              <a:cxnLst/>
              <a:rect l="l" t="t" r="r" b="b"/>
              <a:pathLst>
                <a:path w="4219575" h="428625">
                  <a:moveTo>
                    <a:pt x="0" y="428625"/>
                  </a:moveTo>
                  <a:lnTo>
                    <a:pt x="4219575" y="428625"/>
                  </a:lnTo>
                  <a:lnTo>
                    <a:pt x="4219575" y="0"/>
                  </a:lnTo>
                  <a:lnTo>
                    <a:pt x="0" y="0"/>
                  </a:lnTo>
                  <a:lnTo>
                    <a:pt x="0" y="428625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8795" y="1549018"/>
              <a:ext cx="1580642" cy="272415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41195" y="7148829"/>
            <a:ext cx="3687063" cy="913129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895985" y="8463915"/>
            <a:ext cx="5768975" cy="6350"/>
          </a:xfrm>
          <a:custGeom>
            <a:avLst/>
            <a:gdLst/>
            <a:ahLst/>
            <a:cxnLst/>
            <a:rect l="l" t="t" r="r" b="b"/>
            <a:pathLst>
              <a:path w="5768975" h="6350">
                <a:moveTo>
                  <a:pt x="5768974" y="0"/>
                </a:moveTo>
                <a:lnTo>
                  <a:pt x="0" y="0"/>
                </a:lnTo>
                <a:lnTo>
                  <a:pt x="0" y="6095"/>
                </a:lnTo>
                <a:lnTo>
                  <a:pt x="5768974" y="6095"/>
                </a:lnTo>
                <a:lnTo>
                  <a:pt x="57689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39951" y="1646046"/>
            <a:ext cx="428879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b="1" spc="-100" dirty="0">
                <a:latin typeface="Times New Roman"/>
                <a:cs typeface="Times New Roman"/>
              </a:rPr>
              <a:t>Faculty</a:t>
            </a:r>
            <a:r>
              <a:rPr sz="2100" b="1" spc="65" dirty="0">
                <a:latin typeface="Times New Roman"/>
                <a:cs typeface="Times New Roman"/>
              </a:rPr>
              <a:t> </a:t>
            </a:r>
            <a:r>
              <a:rPr sz="2100" b="1" spc="-95" dirty="0">
                <a:latin typeface="Times New Roman"/>
                <a:cs typeface="Times New Roman"/>
              </a:rPr>
              <a:t>of</a:t>
            </a:r>
            <a:r>
              <a:rPr sz="2100" b="1" spc="70" dirty="0">
                <a:latin typeface="Times New Roman"/>
                <a:cs typeface="Times New Roman"/>
              </a:rPr>
              <a:t> </a:t>
            </a:r>
            <a:r>
              <a:rPr sz="2100" b="1" spc="-120" dirty="0">
                <a:latin typeface="Times New Roman"/>
                <a:cs typeface="Times New Roman"/>
              </a:rPr>
              <a:t>Computer</a:t>
            </a:r>
            <a:r>
              <a:rPr sz="2100" b="1" spc="35" dirty="0">
                <a:latin typeface="Times New Roman"/>
                <a:cs typeface="Times New Roman"/>
              </a:rPr>
              <a:t> </a:t>
            </a:r>
            <a:r>
              <a:rPr sz="2100" b="1" spc="-100" dirty="0">
                <a:latin typeface="Times New Roman"/>
                <a:cs typeface="Times New Roman"/>
              </a:rPr>
              <a:t>Applications</a:t>
            </a:r>
            <a:r>
              <a:rPr sz="2100" b="1" spc="50" dirty="0">
                <a:latin typeface="Times New Roman"/>
                <a:cs typeface="Times New Roman"/>
              </a:rPr>
              <a:t> </a:t>
            </a:r>
            <a:r>
              <a:rPr sz="2100" b="1" spc="-125" dirty="0">
                <a:latin typeface="Times New Roman"/>
                <a:cs typeface="Times New Roman"/>
              </a:rPr>
              <a:t>(FCA)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12519" y="3102705"/>
            <a:ext cx="4444365" cy="39941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325"/>
              </a:spcBef>
            </a:pPr>
            <a:r>
              <a:rPr sz="1700" b="1" i="1" spc="-135" dirty="0">
                <a:latin typeface="Cambria"/>
                <a:cs typeface="Cambria"/>
              </a:rPr>
              <a:t>This</a:t>
            </a:r>
            <a:r>
              <a:rPr sz="1700" b="1" i="1" spc="55" dirty="0">
                <a:latin typeface="Cambria"/>
                <a:cs typeface="Cambria"/>
              </a:rPr>
              <a:t> </a:t>
            </a:r>
            <a:r>
              <a:rPr sz="1700" b="1" i="1" spc="-105" dirty="0">
                <a:latin typeface="Cambria"/>
                <a:cs typeface="Cambria"/>
              </a:rPr>
              <a:t>is</a:t>
            </a:r>
            <a:r>
              <a:rPr sz="1700" b="1" i="1" spc="50" dirty="0">
                <a:latin typeface="Cambria"/>
                <a:cs typeface="Cambria"/>
              </a:rPr>
              <a:t> </a:t>
            </a:r>
            <a:r>
              <a:rPr sz="1700" b="1" i="1" spc="-110" dirty="0">
                <a:latin typeface="Cambria"/>
                <a:cs typeface="Cambria"/>
              </a:rPr>
              <a:t>to</a:t>
            </a:r>
            <a:r>
              <a:rPr sz="1700" b="1" i="1" spc="60" dirty="0">
                <a:latin typeface="Cambria"/>
                <a:cs typeface="Cambria"/>
              </a:rPr>
              <a:t> </a:t>
            </a:r>
            <a:r>
              <a:rPr sz="1700" b="1" i="1" spc="-114" dirty="0">
                <a:latin typeface="Cambria"/>
                <a:cs typeface="Cambria"/>
              </a:rPr>
              <a:t>certify</a:t>
            </a:r>
            <a:r>
              <a:rPr sz="1700" b="1" i="1" spc="70" dirty="0">
                <a:latin typeface="Cambria"/>
                <a:cs typeface="Cambria"/>
              </a:rPr>
              <a:t> </a:t>
            </a:r>
            <a:r>
              <a:rPr sz="1700" b="1" i="1" spc="-125" dirty="0">
                <a:latin typeface="Cambria"/>
                <a:cs typeface="Cambria"/>
              </a:rPr>
              <a:t>that</a:t>
            </a:r>
            <a:r>
              <a:rPr sz="1700" b="1" i="1" spc="70" dirty="0">
                <a:latin typeface="Cambria"/>
                <a:cs typeface="Cambria"/>
              </a:rPr>
              <a:t> </a:t>
            </a:r>
            <a:r>
              <a:rPr sz="1700" b="1" i="1" spc="-130" dirty="0">
                <a:latin typeface="Cambria"/>
                <a:cs typeface="Cambria"/>
              </a:rPr>
              <a:t>the</a:t>
            </a:r>
            <a:r>
              <a:rPr sz="1700" b="1" i="1" spc="95" dirty="0">
                <a:latin typeface="Cambria"/>
                <a:cs typeface="Cambria"/>
              </a:rPr>
              <a:t> </a:t>
            </a:r>
            <a:r>
              <a:rPr sz="1700" b="1" i="1" spc="-130" dirty="0">
                <a:latin typeface="Cambria"/>
                <a:cs typeface="Cambria"/>
              </a:rPr>
              <a:t>project</a:t>
            </a:r>
            <a:r>
              <a:rPr sz="1700" b="1" i="1" spc="75" dirty="0">
                <a:latin typeface="Cambria"/>
                <a:cs typeface="Cambria"/>
              </a:rPr>
              <a:t> </a:t>
            </a:r>
            <a:r>
              <a:rPr sz="1700" b="1" i="1" spc="-155" dirty="0">
                <a:latin typeface="Cambria"/>
                <a:cs typeface="Cambria"/>
              </a:rPr>
              <a:t>work</a:t>
            </a:r>
            <a:r>
              <a:rPr sz="1700" b="1" i="1" spc="-150" dirty="0">
                <a:latin typeface="Cambria"/>
                <a:cs typeface="Cambria"/>
              </a:rPr>
              <a:t> </a:t>
            </a:r>
            <a:r>
              <a:rPr sz="1700" b="1" i="1" spc="-125" dirty="0">
                <a:latin typeface="Cambria"/>
                <a:cs typeface="Cambria"/>
              </a:rPr>
              <a:t>entitled</a:t>
            </a:r>
            <a:endParaRPr sz="1700">
              <a:latin typeface="Cambria"/>
              <a:cs typeface="Cambria"/>
            </a:endParaRPr>
          </a:p>
          <a:p>
            <a:pPr marL="19050" algn="ctr">
              <a:lnSpc>
                <a:spcPct val="100000"/>
              </a:lnSpc>
              <a:spcBef>
                <a:spcPts val="310"/>
              </a:spcBef>
            </a:pPr>
            <a:r>
              <a:rPr sz="2400" b="1" spc="-60" dirty="0">
                <a:latin typeface="Times New Roman"/>
                <a:cs typeface="Times New Roman"/>
              </a:rPr>
              <a:t>C</a:t>
            </a:r>
            <a:r>
              <a:rPr sz="2400" b="1" spc="-45" dirty="0">
                <a:latin typeface="Times New Roman"/>
                <a:cs typeface="Times New Roman"/>
              </a:rPr>
              <a:t>h</a:t>
            </a:r>
            <a:r>
              <a:rPr sz="2400" b="1" spc="-50" dirty="0">
                <a:latin typeface="Times New Roman"/>
                <a:cs typeface="Times New Roman"/>
              </a:rPr>
              <a:t>a</a:t>
            </a:r>
            <a:r>
              <a:rPr sz="2400" b="1" spc="-60" dirty="0">
                <a:latin typeface="Times New Roman"/>
                <a:cs typeface="Times New Roman"/>
              </a:rPr>
              <a:t>tt</a:t>
            </a:r>
            <a:r>
              <a:rPr sz="2400" b="1" spc="-45" dirty="0">
                <a:latin typeface="Times New Roman"/>
                <a:cs typeface="Times New Roman"/>
              </a:rPr>
              <a:t>in</a:t>
            </a:r>
            <a:r>
              <a:rPr sz="2400" b="1" dirty="0">
                <a:latin typeface="Times New Roman"/>
                <a:cs typeface="Times New Roman"/>
              </a:rPr>
              <a:t>g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A</a:t>
            </a:r>
            <a:r>
              <a:rPr sz="2400" b="1" spc="-70" dirty="0">
                <a:latin typeface="Times New Roman"/>
                <a:cs typeface="Times New Roman"/>
              </a:rPr>
              <a:t>p</a:t>
            </a:r>
            <a:r>
              <a:rPr sz="2400" b="1" spc="-5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  <a:p>
            <a:pPr marL="12700" marR="5080" algn="ctr">
              <a:lnSpc>
                <a:spcPct val="125899"/>
              </a:lnSpc>
              <a:spcBef>
                <a:spcPts val="219"/>
              </a:spcBef>
            </a:pPr>
            <a:r>
              <a:rPr sz="1700" b="1" i="1" spc="-140" dirty="0">
                <a:latin typeface="Cambria"/>
                <a:cs typeface="Cambria"/>
              </a:rPr>
              <a:t>submitted</a:t>
            </a:r>
            <a:r>
              <a:rPr sz="1700" b="1" i="1" spc="-135" dirty="0">
                <a:latin typeface="Cambria"/>
                <a:cs typeface="Cambria"/>
              </a:rPr>
              <a:t> </a:t>
            </a:r>
            <a:r>
              <a:rPr sz="1700" b="1" i="1" spc="-130" dirty="0">
                <a:latin typeface="Cambria"/>
                <a:cs typeface="Cambria"/>
              </a:rPr>
              <a:t>in</a:t>
            </a:r>
            <a:r>
              <a:rPr sz="1700" b="1" i="1" spc="-125" dirty="0">
                <a:latin typeface="Cambria"/>
                <a:cs typeface="Cambria"/>
              </a:rPr>
              <a:t> partial </a:t>
            </a:r>
            <a:r>
              <a:rPr sz="1700" b="1" i="1" spc="-114" dirty="0">
                <a:latin typeface="Cambria"/>
                <a:cs typeface="Cambria"/>
              </a:rPr>
              <a:t>fulfillment of </a:t>
            </a:r>
            <a:r>
              <a:rPr sz="1700" b="1" i="1" spc="-130" dirty="0">
                <a:latin typeface="Cambria"/>
                <a:cs typeface="Cambria"/>
              </a:rPr>
              <a:t>the</a:t>
            </a:r>
            <a:r>
              <a:rPr sz="1700" b="1" i="1" spc="-125" dirty="0">
                <a:latin typeface="Cambria"/>
                <a:cs typeface="Cambria"/>
              </a:rPr>
              <a:t> </a:t>
            </a:r>
            <a:r>
              <a:rPr sz="1700" b="1" i="1" spc="-140" dirty="0">
                <a:latin typeface="Cambria"/>
                <a:cs typeface="Cambria"/>
              </a:rPr>
              <a:t>requirement </a:t>
            </a:r>
            <a:r>
              <a:rPr sz="1700" b="1" i="1" spc="-120" dirty="0">
                <a:latin typeface="Cambria"/>
                <a:cs typeface="Cambria"/>
              </a:rPr>
              <a:t>for </a:t>
            </a:r>
            <a:r>
              <a:rPr sz="1700" b="1" i="1" spc="-365" dirty="0">
                <a:latin typeface="Cambria"/>
                <a:cs typeface="Cambria"/>
              </a:rPr>
              <a:t> </a:t>
            </a:r>
            <a:r>
              <a:rPr sz="1700" b="1" i="1" spc="-75" dirty="0">
                <a:latin typeface="Cambria"/>
                <a:cs typeface="Cambria"/>
              </a:rPr>
              <a:t>t</a:t>
            </a:r>
            <a:r>
              <a:rPr sz="1700" b="1" i="1" spc="-105" dirty="0">
                <a:latin typeface="Cambria"/>
                <a:cs typeface="Cambria"/>
              </a:rPr>
              <a:t>h</a:t>
            </a:r>
            <a:r>
              <a:rPr sz="1700" b="1" i="1" spc="-100" dirty="0">
                <a:latin typeface="Cambria"/>
                <a:cs typeface="Cambria"/>
              </a:rPr>
              <a:t>e</a:t>
            </a:r>
            <a:r>
              <a:rPr sz="1700" b="1" i="1" spc="-25" dirty="0">
                <a:latin typeface="Cambria"/>
                <a:cs typeface="Cambria"/>
              </a:rPr>
              <a:t> </a:t>
            </a:r>
            <a:r>
              <a:rPr sz="1700" b="1" i="1" spc="-110" dirty="0">
                <a:latin typeface="Cambria"/>
                <a:cs typeface="Cambria"/>
              </a:rPr>
              <a:t>a</a:t>
            </a:r>
            <a:r>
              <a:rPr sz="1700" b="1" i="1" spc="-145" dirty="0">
                <a:latin typeface="Cambria"/>
                <a:cs typeface="Cambria"/>
              </a:rPr>
              <a:t>w</a:t>
            </a:r>
            <a:r>
              <a:rPr sz="1700" b="1" i="1" spc="-110" dirty="0">
                <a:latin typeface="Cambria"/>
                <a:cs typeface="Cambria"/>
              </a:rPr>
              <a:t>a</a:t>
            </a:r>
            <a:r>
              <a:rPr sz="1700" b="1" i="1" spc="-85" dirty="0">
                <a:latin typeface="Cambria"/>
                <a:cs typeface="Cambria"/>
              </a:rPr>
              <a:t>r</a:t>
            </a:r>
            <a:r>
              <a:rPr sz="1700" b="1" i="1" spc="-114" dirty="0">
                <a:latin typeface="Cambria"/>
                <a:cs typeface="Cambria"/>
              </a:rPr>
              <a:t>d</a:t>
            </a:r>
            <a:r>
              <a:rPr sz="1700" b="1" i="1" spc="-10" dirty="0">
                <a:latin typeface="Cambria"/>
                <a:cs typeface="Cambria"/>
              </a:rPr>
              <a:t> </a:t>
            </a:r>
            <a:r>
              <a:rPr sz="1700" b="1" i="1" spc="-90" dirty="0">
                <a:latin typeface="Cambria"/>
                <a:cs typeface="Cambria"/>
              </a:rPr>
              <a:t>of</a:t>
            </a:r>
            <a:r>
              <a:rPr sz="1700" b="1" i="1" spc="-45" dirty="0">
                <a:latin typeface="Cambria"/>
                <a:cs typeface="Cambria"/>
              </a:rPr>
              <a:t> </a:t>
            </a:r>
            <a:r>
              <a:rPr sz="1700" b="1" i="1" spc="-75" dirty="0">
                <a:latin typeface="Cambria"/>
                <a:cs typeface="Cambria"/>
              </a:rPr>
              <a:t>t</a:t>
            </a:r>
            <a:r>
              <a:rPr sz="1700" b="1" i="1" spc="-105" dirty="0">
                <a:latin typeface="Cambria"/>
                <a:cs typeface="Cambria"/>
              </a:rPr>
              <a:t>h</a:t>
            </a:r>
            <a:r>
              <a:rPr sz="1700" b="1" i="1" spc="-100" dirty="0">
                <a:latin typeface="Cambria"/>
                <a:cs typeface="Cambria"/>
              </a:rPr>
              <a:t>e</a:t>
            </a:r>
            <a:r>
              <a:rPr sz="1700" b="1" i="1" spc="-25" dirty="0">
                <a:latin typeface="Cambria"/>
                <a:cs typeface="Cambria"/>
              </a:rPr>
              <a:t> </a:t>
            </a:r>
            <a:r>
              <a:rPr sz="1700" b="1" i="1" spc="-110" dirty="0">
                <a:latin typeface="Cambria"/>
                <a:cs typeface="Cambria"/>
              </a:rPr>
              <a:t>d</a:t>
            </a:r>
            <a:r>
              <a:rPr sz="1700" b="1" i="1" spc="-95" dirty="0">
                <a:latin typeface="Cambria"/>
                <a:cs typeface="Cambria"/>
              </a:rPr>
              <a:t>eg</a:t>
            </a:r>
            <a:r>
              <a:rPr sz="1700" b="1" i="1" spc="-85" dirty="0">
                <a:latin typeface="Cambria"/>
                <a:cs typeface="Cambria"/>
              </a:rPr>
              <a:t>re</a:t>
            </a:r>
            <a:r>
              <a:rPr sz="1700" b="1" i="1" spc="-100" dirty="0">
                <a:latin typeface="Cambria"/>
                <a:cs typeface="Cambria"/>
              </a:rPr>
              <a:t>e</a:t>
            </a:r>
            <a:r>
              <a:rPr sz="1700" b="1" i="1" spc="-25" dirty="0">
                <a:latin typeface="Cambria"/>
                <a:cs typeface="Cambria"/>
              </a:rPr>
              <a:t> </a:t>
            </a:r>
            <a:r>
              <a:rPr sz="1700" b="1" i="1" spc="-85" dirty="0">
                <a:latin typeface="Cambria"/>
                <a:cs typeface="Cambria"/>
              </a:rPr>
              <a:t>o</a:t>
            </a:r>
            <a:r>
              <a:rPr sz="1700" b="1" i="1" spc="-65" dirty="0">
                <a:latin typeface="Cambria"/>
                <a:cs typeface="Cambria"/>
              </a:rPr>
              <a:t>f</a:t>
            </a:r>
            <a:endParaRPr sz="1700">
              <a:latin typeface="Cambria"/>
              <a:cs typeface="Cambria"/>
            </a:endParaRPr>
          </a:p>
          <a:p>
            <a:pPr marR="95250" algn="ctr">
              <a:lnSpc>
                <a:spcPct val="100000"/>
              </a:lnSpc>
              <a:spcBef>
                <a:spcPts val="245"/>
              </a:spcBef>
            </a:pPr>
            <a:r>
              <a:rPr sz="2200" b="1" i="1" spc="-295" dirty="0">
                <a:latin typeface="Times New Roman"/>
                <a:cs typeface="Times New Roman"/>
              </a:rPr>
              <a:t>B</a:t>
            </a:r>
            <a:r>
              <a:rPr sz="2200" b="1" i="1" spc="-240" dirty="0">
                <a:latin typeface="Times New Roman"/>
                <a:cs typeface="Times New Roman"/>
              </a:rPr>
              <a:t>a</a:t>
            </a:r>
            <a:r>
              <a:rPr sz="2200" b="1" i="1" spc="-190" dirty="0">
                <a:latin typeface="Times New Roman"/>
                <a:cs typeface="Times New Roman"/>
              </a:rPr>
              <a:t>c</a:t>
            </a:r>
            <a:r>
              <a:rPr sz="2200" b="1" i="1" spc="-265" dirty="0">
                <a:latin typeface="Times New Roman"/>
                <a:cs typeface="Times New Roman"/>
              </a:rPr>
              <a:t>h</a:t>
            </a:r>
            <a:r>
              <a:rPr sz="2200" b="1" i="1" spc="-190" dirty="0">
                <a:latin typeface="Times New Roman"/>
                <a:cs typeface="Times New Roman"/>
              </a:rPr>
              <a:t>e</a:t>
            </a:r>
            <a:r>
              <a:rPr sz="2200" b="1" i="1" spc="-130" dirty="0">
                <a:latin typeface="Times New Roman"/>
                <a:cs typeface="Times New Roman"/>
              </a:rPr>
              <a:t>l</a:t>
            </a:r>
            <a:r>
              <a:rPr sz="2200" b="1" i="1" spc="-220" dirty="0">
                <a:latin typeface="Times New Roman"/>
                <a:cs typeface="Times New Roman"/>
              </a:rPr>
              <a:t>o</a:t>
            </a:r>
            <a:r>
              <a:rPr sz="2200" b="1" i="1" spc="-180" dirty="0">
                <a:latin typeface="Times New Roman"/>
                <a:cs typeface="Times New Roman"/>
              </a:rPr>
              <a:t>r</a:t>
            </a:r>
            <a:r>
              <a:rPr sz="2200" b="1" i="1" spc="75" dirty="0">
                <a:latin typeface="Times New Roman"/>
                <a:cs typeface="Times New Roman"/>
              </a:rPr>
              <a:t> </a:t>
            </a:r>
            <a:r>
              <a:rPr sz="2200" b="1" i="1" spc="-215" dirty="0">
                <a:latin typeface="Times New Roman"/>
                <a:cs typeface="Times New Roman"/>
              </a:rPr>
              <a:t>o</a:t>
            </a:r>
            <a:r>
              <a:rPr sz="2200" b="1" i="1" spc="-155" dirty="0">
                <a:latin typeface="Times New Roman"/>
                <a:cs typeface="Times New Roman"/>
              </a:rPr>
              <a:t>f</a:t>
            </a:r>
            <a:r>
              <a:rPr sz="2200" b="1" i="1" spc="45" dirty="0">
                <a:latin typeface="Times New Roman"/>
                <a:cs typeface="Times New Roman"/>
              </a:rPr>
              <a:t> </a:t>
            </a:r>
            <a:r>
              <a:rPr sz="2200" b="1" i="1" spc="-295" dirty="0">
                <a:latin typeface="Times New Roman"/>
                <a:cs typeface="Times New Roman"/>
              </a:rPr>
              <a:t>C</a:t>
            </a:r>
            <a:r>
              <a:rPr sz="2200" b="1" i="1" spc="-240" dirty="0">
                <a:latin typeface="Times New Roman"/>
                <a:cs typeface="Times New Roman"/>
              </a:rPr>
              <a:t>o</a:t>
            </a:r>
            <a:r>
              <a:rPr sz="2200" b="1" i="1" spc="-325" dirty="0">
                <a:latin typeface="Times New Roman"/>
                <a:cs typeface="Times New Roman"/>
              </a:rPr>
              <a:t>m</a:t>
            </a:r>
            <a:r>
              <a:rPr sz="2200" b="1" i="1" spc="-220" dirty="0">
                <a:latin typeface="Times New Roman"/>
                <a:cs typeface="Times New Roman"/>
              </a:rPr>
              <a:t>p</a:t>
            </a:r>
            <a:r>
              <a:rPr sz="2200" b="1" i="1" spc="-265" dirty="0">
                <a:latin typeface="Times New Roman"/>
                <a:cs typeface="Times New Roman"/>
              </a:rPr>
              <a:t>u</a:t>
            </a:r>
            <a:r>
              <a:rPr sz="2200" b="1" i="1" spc="-114" dirty="0">
                <a:latin typeface="Times New Roman"/>
                <a:cs typeface="Times New Roman"/>
              </a:rPr>
              <a:t>t</a:t>
            </a:r>
            <a:r>
              <a:rPr sz="2200" b="1" i="1" spc="-215" dirty="0">
                <a:latin typeface="Times New Roman"/>
                <a:cs typeface="Times New Roman"/>
              </a:rPr>
              <a:t>e</a:t>
            </a:r>
            <a:r>
              <a:rPr sz="2200" b="1" i="1" spc="-180" dirty="0">
                <a:latin typeface="Times New Roman"/>
                <a:cs typeface="Times New Roman"/>
              </a:rPr>
              <a:t>r</a:t>
            </a:r>
            <a:r>
              <a:rPr sz="2200" b="1" i="1" spc="75" dirty="0">
                <a:latin typeface="Times New Roman"/>
                <a:cs typeface="Times New Roman"/>
              </a:rPr>
              <a:t> </a:t>
            </a:r>
            <a:r>
              <a:rPr sz="2200" b="1" i="1" spc="-295" dirty="0">
                <a:latin typeface="Times New Roman"/>
                <a:cs typeface="Times New Roman"/>
              </a:rPr>
              <a:t>A</a:t>
            </a:r>
            <a:r>
              <a:rPr sz="2200" b="1" i="1" spc="-240" dirty="0">
                <a:latin typeface="Times New Roman"/>
                <a:cs typeface="Times New Roman"/>
              </a:rPr>
              <a:t>pp</a:t>
            </a:r>
            <a:r>
              <a:rPr sz="2200" b="1" i="1" spc="-130" dirty="0">
                <a:latin typeface="Times New Roman"/>
                <a:cs typeface="Times New Roman"/>
              </a:rPr>
              <a:t>l</a:t>
            </a:r>
            <a:r>
              <a:rPr sz="2200" b="1" i="1" spc="-200" dirty="0">
                <a:latin typeface="Times New Roman"/>
                <a:cs typeface="Times New Roman"/>
              </a:rPr>
              <a:t>ica</a:t>
            </a:r>
            <a:r>
              <a:rPr sz="2200" b="1" i="1" spc="-130" dirty="0">
                <a:latin typeface="Times New Roman"/>
                <a:cs typeface="Times New Roman"/>
              </a:rPr>
              <a:t>t</a:t>
            </a:r>
            <a:r>
              <a:rPr sz="2200" b="1" i="1" spc="-140" dirty="0">
                <a:latin typeface="Times New Roman"/>
                <a:cs typeface="Times New Roman"/>
              </a:rPr>
              <a:t>i</a:t>
            </a:r>
            <a:r>
              <a:rPr sz="2200" b="1" i="1" spc="-220" dirty="0">
                <a:latin typeface="Times New Roman"/>
                <a:cs typeface="Times New Roman"/>
              </a:rPr>
              <a:t>o</a:t>
            </a:r>
            <a:r>
              <a:rPr sz="2200" b="1" i="1" spc="-254" dirty="0">
                <a:latin typeface="Times New Roman"/>
                <a:cs typeface="Times New Roman"/>
              </a:rPr>
              <a:t>n</a:t>
            </a:r>
            <a:endParaRPr sz="2200">
              <a:latin typeface="Times New Roman"/>
              <a:cs typeface="Times New Roman"/>
            </a:endParaRPr>
          </a:p>
          <a:p>
            <a:pPr marL="10795" algn="ctr">
              <a:lnSpc>
                <a:spcPct val="100000"/>
              </a:lnSpc>
              <a:spcBef>
                <a:spcPts val="715"/>
              </a:spcBef>
            </a:pPr>
            <a:r>
              <a:rPr sz="1700" b="1" i="1" spc="-50" dirty="0">
                <a:latin typeface="Cambria"/>
                <a:cs typeface="Cambria"/>
              </a:rPr>
              <a:t>of</a:t>
            </a:r>
            <a:r>
              <a:rPr sz="1700" b="1" i="1" spc="30" dirty="0">
                <a:latin typeface="Cambria"/>
                <a:cs typeface="Cambria"/>
              </a:rPr>
              <a:t> </a:t>
            </a:r>
            <a:r>
              <a:rPr sz="1700" b="1" i="1" spc="-60" dirty="0">
                <a:latin typeface="Cambria"/>
                <a:cs typeface="Cambria"/>
              </a:rPr>
              <a:t>the</a:t>
            </a:r>
            <a:endParaRPr sz="1700">
              <a:latin typeface="Cambria"/>
              <a:cs typeface="Cambria"/>
            </a:endParaRPr>
          </a:p>
          <a:p>
            <a:pPr marR="92075" algn="ctr">
              <a:lnSpc>
                <a:spcPct val="100000"/>
              </a:lnSpc>
              <a:spcBef>
                <a:spcPts val="170"/>
              </a:spcBef>
            </a:pPr>
            <a:r>
              <a:rPr sz="2300" b="1" i="1" spc="-160" dirty="0">
                <a:latin typeface="Times New Roman"/>
                <a:cs typeface="Times New Roman"/>
              </a:rPr>
              <a:t>Ma</a:t>
            </a:r>
            <a:r>
              <a:rPr sz="2300" b="1" i="1" spc="-85" dirty="0">
                <a:latin typeface="Times New Roman"/>
                <a:cs typeface="Times New Roman"/>
              </a:rPr>
              <a:t>r</a:t>
            </a:r>
            <a:r>
              <a:rPr sz="2300" b="1" i="1" spc="-170" dirty="0">
                <a:latin typeface="Times New Roman"/>
                <a:cs typeface="Times New Roman"/>
              </a:rPr>
              <a:t>w</a:t>
            </a:r>
            <a:r>
              <a:rPr sz="2300" b="1" i="1" spc="-114" dirty="0">
                <a:latin typeface="Times New Roman"/>
                <a:cs typeface="Times New Roman"/>
              </a:rPr>
              <a:t>a</a:t>
            </a:r>
            <a:r>
              <a:rPr sz="2300" b="1" i="1" spc="-105" dirty="0">
                <a:latin typeface="Times New Roman"/>
                <a:cs typeface="Times New Roman"/>
              </a:rPr>
              <a:t>d</a:t>
            </a:r>
            <a:r>
              <a:rPr sz="2300" b="1" i="1" spc="-65" dirty="0">
                <a:latin typeface="Times New Roman"/>
                <a:cs typeface="Times New Roman"/>
              </a:rPr>
              <a:t>i</a:t>
            </a:r>
            <a:r>
              <a:rPr sz="2300" b="1" i="1" spc="-140" dirty="0">
                <a:latin typeface="Times New Roman"/>
                <a:cs typeface="Times New Roman"/>
              </a:rPr>
              <a:t> </a:t>
            </a:r>
            <a:r>
              <a:rPr sz="2300" b="1" i="1" spc="-10" dirty="0">
                <a:latin typeface="Times New Roman"/>
                <a:cs typeface="Times New Roman"/>
              </a:rPr>
              <a:t>U</a:t>
            </a:r>
            <a:r>
              <a:rPr sz="2300" b="1" i="1" spc="-35" dirty="0">
                <a:latin typeface="Times New Roman"/>
                <a:cs typeface="Times New Roman"/>
              </a:rPr>
              <a:t>n</a:t>
            </a:r>
            <a:r>
              <a:rPr sz="2300" b="1" i="1" spc="-20" dirty="0">
                <a:latin typeface="Times New Roman"/>
                <a:cs typeface="Times New Roman"/>
              </a:rPr>
              <a:t>i</a:t>
            </a:r>
            <a:r>
              <a:rPr sz="2300" b="1" i="1" spc="-15" dirty="0">
                <a:latin typeface="Times New Roman"/>
                <a:cs typeface="Times New Roman"/>
              </a:rPr>
              <a:t>v</a:t>
            </a:r>
            <a:r>
              <a:rPr sz="2300" b="1" i="1" spc="5" dirty="0">
                <a:latin typeface="Times New Roman"/>
                <a:cs typeface="Times New Roman"/>
              </a:rPr>
              <a:t>e</a:t>
            </a:r>
            <a:r>
              <a:rPr sz="2300" b="1" i="1" spc="-10" dirty="0">
                <a:latin typeface="Times New Roman"/>
                <a:cs typeface="Times New Roman"/>
              </a:rPr>
              <a:t>r</a:t>
            </a:r>
            <a:r>
              <a:rPr sz="2300" b="1" i="1" spc="-35" dirty="0">
                <a:latin typeface="Times New Roman"/>
                <a:cs typeface="Times New Roman"/>
              </a:rPr>
              <a:t>s</a:t>
            </a:r>
            <a:r>
              <a:rPr sz="2300" b="1" i="1" spc="-20" dirty="0">
                <a:latin typeface="Times New Roman"/>
                <a:cs typeface="Times New Roman"/>
              </a:rPr>
              <a:t>i</a:t>
            </a:r>
            <a:r>
              <a:rPr sz="2300" b="1" i="1" dirty="0">
                <a:latin typeface="Times New Roman"/>
                <a:cs typeface="Times New Roman"/>
              </a:rPr>
              <a:t>ty</a:t>
            </a:r>
            <a:endParaRPr sz="2300">
              <a:latin typeface="Times New Roman"/>
              <a:cs typeface="Times New Roman"/>
            </a:endParaRPr>
          </a:p>
          <a:p>
            <a:pPr marL="11430" algn="ctr">
              <a:lnSpc>
                <a:spcPct val="100000"/>
              </a:lnSpc>
              <a:spcBef>
                <a:spcPts val="815"/>
              </a:spcBef>
            </a:pPr>
            <a:r>
              <a:rPr sz="1700" b="1" i="1" spc="-105" dirty="0">
                <a:latin typeface="Cambria"/>
                <a:cs typeface="Cambria"/>
              </a:rPr>
              <a:t>is</a:t>
            </a:r>
            <a:r>
              <a:rPr sz="1700" b="1" i="1" spc="50" dirty="0">
                <a:latin typeface="Cambria"/>
                <a:cs typeface="Cambria"/>
              </a:rPr>
              <a:t> </a:t>
            </a:r>
            <a:r>
              <a:rPr sz="1700" b="1" i="1" spc="-160" dirty="0">
                <a:latin typeface="Cambria"/>
                <a:cs typeface="Cambria"/>
              </a:rPr>
              <a:t>a</a:t>
            </a:r>
            <a:r>
              <a:rPr sz="1700" b="1" i="1" spc="-150" dirty="0">
                <a:latin typeface="Cambria"/>
                <a:cs typeface="Cambria"/>
              </a:rPr>
              <a:t> </a:t>
            </a:r>
            <a:r>
              <a:rPr sz="1700" b="1" i="1" spc="-125" dirty="0">
                <a:latin typeface="Cambria"/>
                <a:cs typeface="Cambria"/>
              </a:rPr>
              <a:t>result</a:t>
            </a:r>
            <a:r>
              <a:rPr sz="1700" b="1" i="1" spc="50" dirty="0">
                <a:latin typeface="Cambria"/>
                <a:cs typeface="Cambria"/>
              </a:rPr>
              <a:t> </a:t>
            </a:r>
            <a:r>
              <a:rPr sz="1700" b="1" i="1" spc="-125" dirty="0">
                <a:latin typeface="Cambria"/>
                <a:cs typeface="Cambria"/>
              </a:rPr>
              <a:t>of</a:t>
            </a:r>
            <a:r>
              <a:rPr sz="1700" b="1" i="1" spc="30" dirty="0">
                <a:latin typeface="Cambria"/>
                <a:cs typeface="Cambria"/>
              </a:rPr>
              <a:t> </a:t>
            </a:r>
            <a:r>
              <a:rPr sz="1700" b="1" i="1" spc="-130" dirty="0">
                <a:latin typeface="Cambria"/>
                <a:cs typeface="Cambria"/>
              </a:rPr>
              <a:t>the</a:t>
            </a:r>
            <a:r>
              <a:rPr sz="1700" b="1" i="1" spc="75" dirty="0">
                <a:latin typeface="Cambria"/>
                <a:cs typeface="Cambria"/>
              </a:rPr>
              <a:t> </a:t>
            </a:r>
            <a:r>
              <a:rPr sz="1700" b="1" i="1" spc="-135" dirty="0">
                <a:latin typeface="Cambria"/>
                <a:cs typeface="Cambria"/>
              </a:rPr>
              <a:t>bonafide</a:t>
            </a:r>
            <a:r>
              <a:rPr sz="1700" b="1" i="1" spc="50" dirty="0">
                <a:latin typeface="Cambria"/>
                <a:cs typeface="Cambria"/>
              </a:rPr>
              <a:t> </a:t>
            </a:r>
            <a:r>
              <a:rPr sz="1700" b="1" i="1" spc="-160" dirty="0">
                <a:latin typeface="Cambria"/>
                <a:cs typeface="Cambria"/>
              </a:rPr>
              <a:t>work</a:t>
            </a:r>
            <a:r>
              <a:rPr sz="1700" b="1" i="1" spc="40" dirty="0">
                <a:latin typeface="Cambria"/>
                <a:cs typeface="Cambria"/>
              </a:rPr>
              <a:t> </a:t>
            </a:r>
            <a:r>
              <a:rPr sz="1700" b="1" i="1" spc="-125" dirty="0">
                <a:latin typeface="Cambria"/>
                <a:cs typeface="Cambria"/>
              </a:rPr>
              <a:t>carried</a:t>
            </a:r>
            <a:r>
              <a:rPr sz="1700" b="1" i="1" spc="70" dirty="0">
                <a:latin typeface="Cambria"/>
                <a:cs typeface="Cambria"/>
              </a:rPr>
              <a:t> </a:t>
            </a:r>
            <a:r>
              <a:rPr sz="1700" b="1" i="1" spc="-140" dirty="0">
                <a:latin typeface="Cambria"/>
                <a:cs typeface="Cambria"/>
              </a:rPr>
              <a:t>out</a:t>
            </a:r>
            <a:r>
              <a:rPr sz="1700" b="1" i="1" spc="75" dirty="0">
                <a:latin typeface="Cambria"/>
                <a:cs typeface="Cambria"/>
              </a:rPr>
              <a:t> </a:t>
            </a:r>
            <a:r>
              <a:rPr sz="1700" b="1" i="1" spc="-165" dirty="0">
                <a:latin typeface="Cambria"/>
                <a:cs typeface="Cambria"/>
              </a:rPr>
              <a:t>by</a:t>
            </a:r>
            <a:endParaRPr sz="1700">
              <a:latin typeface="Cambria"/>
              <a:cs typeface="Cambria"/>
            </a:endParaRPr>
          </a:p>
          <a:p>
            <a:pPr marR="100965" algn="ctr">
              <a:lnSpc>
                <a:spcPct val="100000"/>
              </a:lnSpc>
              <a:spcBef>
                <a:spcPts val="220"/>
              </a:spcBef>
            </a:pPr>
            <a:r>
              <a:rPr sz="2200" b="1" i="1" spc="-120" dirty="0">
                <a:latin typeface="Times New Roman"/>
                <a:cs typeface="Times New Roman"/>
              </a:rPr>
              <a:t>Ar</a:t>
            </a:r>
            <a:r>
              <a:rPr sz="2200" b="1" i="1" spc="-95" dirty="0">
                <a:latin typeface="Times New Roman"/>
                <a:cs typeface="Times New Roman"/>
              </a:rPr>
              <a:t>y</a:t>
            </a:r>
            <a:r>
              <a:rPr sz="2200" b="1" i="1" spc="-120" dirty="0">
                <a:latin typeface="Times New Roman"/>
                <a:cs typeface="Times New Roman"/>
              </a:rPr>
              <a:t>an</a:t>
            </a:r>
            <a:r>
              <a:rPr sz="2200" b="1" i="1" spc="-50" dirty="0">
                <a:latin typeface="Times New Roman"/>
                <a:cs typeface="Times New Roman"/>
              </a:rPr>
              <a:t> </a:t>
            </a:r>
            <a:r>
              <a:rPr sz="2200" b="1" i="1" spc="-150" dirty="0">
                <a:latin typeface="Times New Roman"/>
                <a:cs typeface="Times New Roman"/>
              </a:rPr>
              <a:t>P</a:t>
            </a:r>
            <a:r>
              <a:rPr sz="2200" b="1" i="1" spc="-105" dirty="0">
                <a:latin typeface="Times New Roman"/>
                <a:cs typeface="Times New Roman"/>
              </a:rPr>
              <a:t>onki</a:t>
            </a:r>
            <a:r>
              <a:rPr sz="2200" b="1" i="1" spc="-95" dirty="0">
                <a:latin typeface="Times New Roman"/>
                <a:cs typeface="Times New Roman"/>
              </a:rPr>
              <a:t>y</a:t>
            </a:r>
            <a:r>
              <a:rPr sz="2200" b="1" i="1" spc="-114" dirty="0">
                <a:latin typeface="Times New Roman"/>
                <a:cs typeface="Times New Roman"/>
              </a:rPr>
              <a:t>a</a:t>
            </a:r>
            <a:r>
              <a:rPr sz="2200" b="1" i="1" spc="-90" dirty="0">
                <a:latin typeface="Times New Roman"/>
                <a:cs typeface="Times New Roman"/>
              </a:rPr>
              <a:t>(</a:t>
            </a:r>
            <a:r>
              <a:rPr sz="2200" b="1" i="1" spc="-114" dirty="0">
                <a:latin typeface="Times New Roman"/>
                <a:cs typeface="Times New Roman"/>
              </a:rPr>
              <a:t>9</a:t>
            </a:r>
            <a:r>
              <a:rPr sz="2200" b="1" i="1" spc="-125" dirty="0">
                <a:latin typeface="Times New Roman"/>
                <a:cs typeface="Times New Roman"/>
              </a:rPr>
              <a:t>2</a:t>
            </a:r>
            <a:r>
              <a:rPr sz="2200" b="1" i="1" spc="-114" dirty="0">
                <a:latin typeface="Times New Roman"/>
                <a:cs typeface="Times New Roman"/>
              </a:rPr>
              <a:t>2</a:t>
            </a:r>
            <a:r>
              <a:rPr sz="2200" b="1" i="1" spc="-125" dirty="0">
                <a:latin typeface="Times New Roman"/>
                <a:cs typeface="Times New Roman"/>
              </a:rPr>
              <a:t>0</a:t>
            </a:r>
            <a:r>
              <a:rPr sz="2200" b="1" i="1" spc="-114" dirty="0">
                <a:latin typeface="Times New Roman"/>
                <a:cs typeface="Times New Roman"/>
              </a:rPr>
              <a:t>0</a:t>
            </a:r>
            <a:r>
              <a:rPr sz="2200" b="1" i="1" spc="-125" dirty="0">
                <a:latin typeface="Times New Roman"/>
                <a:cs typeface="Times New Roman"/>
              </a:rPr>
              <a:t>5</a:t>
            </a:r>
            <a:r>
              <a:rPr sz="2200" b="1" i="1" spc="-100" dirty="0">
                <a:latin typeface="Times New Roman"/>
                <a:cs typeface="Times New Roman"/>
              </a:rPr>
              <a:t>2</a:t>
            </a:r>
            <a:r>
              <a:rPr sz="2200" b="1" i="1" spc="-114" dirty="0">
                <a:latin typeface="Times New Roman"/>
                <a:cs typeface="Times New Roman"/>
              </a:rPr>
              <a:t>7</a:t>
            </a:r>
            <a:r>
              <a:rPr sz="2200" b="1" i="1" spc="-125" dirty="0">
                <a:latin typeface="Times New Roman"/>
                <a:cs typeface="Times New Roman"/>
              </a:rPr>
              <a:t>2</a:t>
            </a:r>
            <a:r>
              <a:rPr sz="2200" b="1" i="1" spc="-114" dirty="0">
                <a:latin typeface="Times New Roman"/>
                <a:cs typeface="Times New Roman"/>
              </a:rPr>
              <a:t>5</a:t>
            </a:r>
            <a:r>
              <a:rPr sz="2200" b="1" i="1" spc="-105" dirty="0">
                <a:latin typeface="Times New Roman"/>
                <a:cs typeface="Times New Roman"/>
              </a:rPr>
              <a:t>3</a:t>
            </a:r>
            <a:r>
              <a:rPr sz="2200" b="1" i="1" spc="-75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  <a:p>
            <a:pPr marL="613410" marR="703580" indent="-10160" algn="ctr">
              <a:lnSpc>
                <a:spcPts val="3080"/>
              </a:lnSpc>
              <a:spcBef>
                <a:spcPts val="90"/>
              </a:spcBef>
            </a:pPr>
            <a:r>
              <a:rPr sz="2200" b="1" i="1" spc="-250" dirty="0">
                <a:latin typeface="Times New Roman"/>
                <a:cs typeface="Times New Roman"/>
              </a:rPr>
              <a:t>D</a:t>
            </a:r>
            <a:r>
              <a:rPr sz="2200" b="1" i="1" spc="-85" dirty="0">
                <a:latin typeface="Times New Roman"/>
                <a:cs typeface="Times New Roman"/>
              </a:rPr>
              <a:t>i</a:t>
            </a:r>
            <a:r>
              <a:rPr sz="2200" b="1" i="1" spc="-165" dirty="0">
                <a:latin typeface="Times New Roman"/>
                <a:cs typeface="Times New Roman"/>
              </a:rPr>
              <a:t>vy</a:t>
            </a:r>
            <a:r>
              <a:rPr sz="2200" b="1" i="1" spc="-145" dirty="0">
                <a:latin typeface="Times New Roman"/>
                <a:cs typeface="Times New Roman"/>
              </a:rPr>
              <a:t>e</a:t>
            </a:r>
            <a:r>
              <a:rPr sz="2200" b="1" i="1" spc="-165" dirty="0">
                <a:latin typeface="Times New Roman"/>
                <a:cs typeface="Times New Roman"/>
              </a:rPr>
              <a:t>sh</a:t>
            </a:r>
            <a:r>
              <a:rPr sz="2200" b="1" i="1" spc="-80" dirty="0">
                <a:latin typeface="Times New Roman"/>
                <a:cs typeface="Times New Roman"/>
              </a:rPr>
              <a:t> </a:t>
            </a:r>
            <a:r>
              <a:rPr sz="2200" b="1" i="1" spc="-250" dirty="0">
                <a:latin typeface="Times New Roman"/>
                <a:cs typeface="Times New Roman"/>
              </a:rPr>
              <a:t>G</a:t>
            </a:r>
            <a:r>
              <a:rPr sz="2200" b="1" i="1" spc="-170" dirty="0">
                <a:latin typeface="Times New Roman"/>
                <a:cs typeface="Times New Roman"/>
              </a:rPr>
              <a:t>a</a:t>
            </a:r>
            <a:r>
              <a:rPr sz="2200" b="1" i="1" spc="-180" dirty="0">
                <a:latin typeface="Times New Roman"/>
                <a:cs typeface="Times New Roman"/>
              </a:rPr>
              <a:t>ng</a:t>
            </a:r>
            <a:r>
              <a:rPr sz="2200" b="1" i="1" spc="-170" dirty="0">
                <a:latin typeface="Times New Roman"/>
                <a:cs typeface="Times New Roman"/>
              </a:rPr>
              <a:t>a</a:t>
            </a:r>
            <a:r>
              <a:rPr sz="2200" b="1" i="1" spc="-155" dirty="0">
                <a:latin typeface="Times New Roman"/>
                <a:cs typeface="Times New Roman"/>
              </a:rPr>
              <a:t>h(</a:t>
            </a:r>
            <a:r>
              <a:rPr sz="2200" b="1" i="1" spc="-170" dirty="0">
                <a:latin typeface="Times New Roman"/>
                <a:cs typeface="Times New Roman"/>
              </a:rPr>
              <a:t>9</a:t>
            </a:r>
            <a:r>
              <a:rPr sz="2200" b="1" i="1" spc="-155" dirty="0">
                <a:latin typeface="Times New Roman"/>
                <a:cs typeface="Times New Roman"/>
              </a:rPr>
              <a:t>2200527243)  </a:t>
            </a:r>
            <a:r>
              <a:rPr sz="2200" b="1" i="1" spc="-125" dirty="0">
                <a:latin typeface="Times New Roman"/>
                <a:cs typeface="Times New Roman"/>
              </a:rPr>
              <a:t>Har</a:t>
            </a:r>
            <a:r>
              <a:rPr sz="2200" b="1" i="1" spc="-120" dirty="0">
                <a:latin typeface="Times New Roman"/>
                <a:cs typeface="Times New Roman"/>
              </a:rPr>
              <a:t>s</a:t>
            </a:r>
            <a:r>
              <a:rPr sz="2200" b="1" i="1" spc="-130" dirty="0">
                <a:latin typeface="Times New Roman"/>
                <a:cs typeface="Times New Roman"/>
              </a:rPr>
              <a:t>h</a:t>
            </a:r>
            <a:r>
              <a:rPr sz="2200" b="1" i="1" spc="-65" dirty="0">
                <a:latin typeface="Times New Roman"/>
                <a:cs typeface="Times New Roman"/>
              </a:rPr>
              <a:t> </a:t>
            </a:r>
            <a:r>
              <a:rPr sz="2200" b="1" i="1" spc="-150" dirty="0">
                <a:latin typeface="Times New Roman"/>
                <a:cs typeface="Times New Roman"/>
              </a:rPr>
              <a:t>T</a:t>
            </a:r>
            <a:r>
              <a:rPr sz="2200" b="1" i="1" spc="-125" dirty="0">
                <a:latin typeface="Times New Roman"/>
                <a:cs typeface="Times New Roman"/>
              </a:rPr>
              <a:t>h</a:t>
            </a:r>
            <a:r>
              <a:rPr sz="2200" b="1" i="1" spc="-140" dirty="0">
                <a:latin typeface="Times New Roman"/>
                <a:cs typeface="Times New Roman"/>
              </a:rPr>
              <a:t>o</a:t>
            </a:r>
            <a:r>
              <a:rPr sz="2200" b="1" i="1" spc="-114" dirty="0">
                <a:latin typeface="Times New Roman"/>
                <a:cs typeface="Times New Roman"/>
              </a:rPr>
              <a:t>b</a:t>
            </a:r>
            <a:r>
              <a:rPr sz="2200" b="1" i="1" spc="-125" dirty="0">
                <a:latin typeface="Times New Roman"/>
                <a:cs typeface="Times New Roman"/>
              </a:rPr>
              <a:t>a</a:t>
            </a:r>
            <a:r>
              <a:rPr sz="2200" b="1" i="1" spc="-150" dirty="0">
                <a:latin typeface="Times New Roman"/>
                <a:cs typeface="Times New Roman"/>
              </a:rPr>
              <a:t>n</a:t>
            </a:r>
            <a:r>
              <a:rPr sz="2200" b="1" i="1" spc="-65" dirty="0">
                <a:latin typeface="Times New Roman"/>
                <a:cs typeface="Times New Roman"/>
              </a:rPr>
              <a:t>i</a:t>
            </a:r>
            <a:r>
              <a:rPr sz="2200" b="1" i="1" spc="-85" dirty="0">
                <a:latin typeface="Times New Roman"/>
                <a:cs typeface="Times New Roman"/>
              </a:rPr>
              <a:t>(</a:t>
            </a:r>
            <a:r>
              <a:rPr sz="2200" b="1" i="1" spc="-114" dirty="0">
                <a:latin typeface="Times New Roman"/>
                <a:cs typeface="Times New Roman"/>
              </a:rPr>
              <a:t>9</a:t>
            </a:r>
            <a:r>
              <a:rPr sz="2200" b="1" i="1" spc="-150" dirty="0">
                <a:latin typeface="Times New Roman"/>
                <a:cs typeface="Times New Roman"/>
              </a:rPr>
              <a:t>2</a:t>
            </a:r>
            <a:r>
              <a:rPr sz="2200" b="1" i="1" spc="-114" dirty="0">
                <a:latin typeface="Times New Roman"/>
                <a:cs typeface="Times New Roman"/>
              </a:rPr>
              <a:t>2</a:t>
            </a:r>
            <a:r>
              <a:rPr sz="2200" b="1" i="1" spc="-125" dirty="0">
                <a:latin typeface="Times New Roman"/>
                <a:cs typeface="Times New Roman"/>
              </a:rPr>
              <a:t>0</a:t>
            </a:r>
            <a:r>
              <a:rPr sz="2200" b="1" i="1" spc="-114" dirty="0">
                <a:latin typeface="Times New Roman"/>
                <a:cs typeface="Times New Roman"/>
              </a:rPr>
              <a:t>0</a:t>
            </a:r>
            <a:r>
              <a:rPr sz="2200" b="1" i="1" spc="-125" dirty="0">
                <a:latin typeface="Times New Roman"/>
                <a:cs typeface="Times New Roman"/>
              </a:rPr>
              <a:t>5</a:t>
            </a:r>
            <a:r>
              <a:rPr sz="2200" b="1" i="1" spc="-145" dirty="0">
                <a:latin typeface="Times New Roman"/>
                <a:cs typeface="Times New Roman"/>
              </a:rPr>
              <a:t>2</a:t>
            </a:r>
            <a:r>
              <a:rPr sz="2200" b="1" i="1" spc="-114" dirty="0">
                <a:latin typeface="Times New Roman"/>
                <a:cs typeface="Times New Roman"/>
              </a:rPr>
              <a:t>7</a:t>
            </a:r>
            <a:r>
              <a:rPr sz="2200" b="1" i="1" spc="-125" dirty="0">
                <a:latin typeface="Times New Roman"/>
                <a:cs typeface="Times New Roman"/>
              </a:rPr>
              <a:t>0</a:t>
            </a:r>
            <a:r>
              <a:rPr sz="2200" b="1" i="1" spc="-114" dirty="0">
                <a:latin typeface="Times New Roman"/>
                <a:cs typeface="Times New Roman"/>
              </a:rPr>
              <a:t>0</a:t>
            </a:r>
            <a:r>
              <a:rPr sz="2200" b="1" i="1" spc="-125" dirty="0">
                <a:latin typeface="Times New Roman"/>
                <a:cs typeface="Times New Roman"/>
              </a:rPr>
              <a:t>2</a:t>
            </a:r>
            <a:r>
              <a:rPr sz="2200" b="1" i="1" spc="-75" dirty="0">
                <a:latin typeface="Times New Roman"/>
                <a:cs typeface="Times New Roman"/>
              </a:rPr>
              <a:t>)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3917" y="7884032"/>
            <a:ext cx="29133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i="1" spc="-145" dirty="0">
                <a:latin typeface="Cambria"/>
                <a:cs typeface="Cambria"/>
              </a:rPr>
              <a:t>during</a:t>
            </a:r>
            <a:r>
              <a:rPr sz="1700" b="1" i="1" spc="100" dirty="0">
                <a:latin typeface="Cambria"/>
                <a:cs typeface="Cambria"/>
              </a:rPr>
              <a:t> </a:t>
            </a:r>
            <a:r>
              <a:rPr sz="1700" b="1" i="1" spc="-130" dirty="0">
                <a:latin typeface="Cambria"/>
                <a:cs typeface="Cambria"/>
              </a:rPr>
              <a:t>the</a:t>
            </a:r>
            <a:r>
              <a:rPr sz="1700" b="1" i="1" spc="100" dirty="0">
                <a:latin typeface="Cambria"/>
                <a:cs typeface="Cambria"/>
              </a:rPr>
              <a:t> </a:t>
            </a:r>
            <a:r>
              <a:rPr sz="1700" b="1" i="1" spc="-150" dirty="0">
                <a:latin typeface="Cambria"/>
                <a:cs typeface="Cambria"/>
              </a:rPr>
              <a:t>academic</a:t>
            </a:r>
            <a:r>
              <a:rPr sz="1700" b="1" i="1" spc="80" dirty="0">
                <a:latin typeface="Cambria"/>
                <a:cs typeface="Cambria"/>
              </a:rPr>
              <a:t> </a:t>
            </a:r>
            <a:r>
              <a:rPr sz="1700" b="1" i="1" spc="-135" dirty="0">
                <a:latin typeface="Cambria"/>
                <a:cs typeface="Cambria"/>
              </a:rPr>
              <a:t>year</a:t>
            </a:r>
            <a:r>
              <a:rPr sz="1700" b="1" i="1" spc="105" dirty="0">
                <a:latin typeface="Cambria"/>
                <a:cs typeface="Cambria"/>
              </a:rPr>
              <a:t> </a:t>
            </a:r>
            <a:r>
              <a:rPr sz="1700" b="1" i="1" spc="-155" dirty="0">
                <a:latin typeface="Cambria"/>
                <a:cs typeface="Cambria"/>
              </a:rPr>
              <a:t>2023-24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966" y="8588120"/>
            <a:ext cx="840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Cambria"/>
                <a:cs typeface="Cambria"/>
              </a:rPr>
              <a:t>S</a:t>
            </a:r>
            <a:r>
              <a:rPr sz="1200" b="1" i="1" spc="-10" dirty="0">
                <a:latin typeface="Cambria"/>
                <a:cs typeface="Cambria"/>
              </a:rPr>
              <a:t>un</a:t>
            </a:r>
            <a:r>
              <a:rPr sz="1200" b="1" i="1" spc="-5" dirty="0">
                <a:latin typeface="Cambria"/>
                <a:cs typeface="Cambria"/>
              </a:rPr>
              <a:t>i</a:t>
            </a:r>
            <a:r>
              <a:rPr sz="1200" b="1" i="1" dirty="0">
                <a:latin typeface="Cambria"/>
                <a:cs typeface="Cambria"/>
              </a:rPr>
              <a:t>l</a:t>
            </a:r>
            <a:r>
              <a:rPr sz="1200" b="1" i="1" spc="-5" dirty="0">
                <a:latin typeface="Cambria"/>
                <a:cs typeface="Cambria"/>
              </a:rPr>
              <a:t> </a:t>
            </a:r>
            <a:r>
              <a:rPr sz="1200" b="1" i="1" spc="15" dirty="0">
                <a:latin typeface="Cambria"/>
                <a:cs typeface="Cambria"/>
              </a:rPr>
              <a:t>B</a:t>
            </a:r>
            <a:r>
              <a:rPr sz="1200" b="1" i="1" spc="-15" dirty="0">
                <a:latin typeface="Cambria"/>
                <a:cs typeface="Cambria"/>
              </a:rPr>
              <a:t>a</a:t>
            </a:r>
            <a:r>
              <a:rPr sz="1200" b="1" i="1" dirty="0">
                <a:latin typeface="Cambria"/>
                <a:cs typeface="Cambria"/>
              </a:rPr>
              <a:t>jeja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75152" y="8588120"/>
            <a:ext cx="10394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Cambria"/>
                <a:cs typeface="Cambria"/>
              </a:rPr>
              <a:t>Sh</a:t>
            </a:r>
            <a:r>
              <a:rPr sz="1200" b="1" i="1" spc="25" dirty="0">
                <a:latin typeface="Cambria"/>
                <a:cs typeface="Cambria"/>
              </a:rPr>
              <a:t>r</a:t>
            </a:r>
            <a:r>
              <a:rPr sz="1200" b="1" i="1" spc="-5" dirty="0">
                <a:latin typeface="Cambria"/>
                <a:cs typeface="Cambria"/>
              </a:rPr>
              <a:t>i</a:t>
            </a:r>
            <a:r>
              <a:rPr sz="1200" b="1" i="1" spc="-15" dirty="0">
                <a:latin typeface="Cambria"/>
                <a:cs typeface="Cambria"/>
              </a:rPr>
              <a:t>d</a:t>
            </a:r>
            <a:r>
              <a:rPr sz="1200" b="1" i="1" dirty="0">
                <a:latin typeface="Cambria"/>
                <a:cs typeface="Cambria"/>
              </a:rPr>
              <a:t>h</a:t>
            </a:r>
            <a:r>
              <a:rPr sz="1200" b="1" i="1" spc="-15" dirty="0">
                <a:latin typeface="Cambria"/>
                <a:cs typeface="Cambria"/>
              </a:rPr>
              <a:t>a</a:t>
            </a:r>
            <a:r>
              <a:rPr sz="1200" b="1" i="1" dirty="0">
                <a:latin typeface="Cambria"/>
                <a:cs typeface="Cambria"/>
              </a:rPr>
              <a:t>r</a:t>
            </a:r>
            <a:r>
              <a:rPr sz="1200" b="1" i="1" spc="10" dirty="0">
                <a:latin typeface="Cambria"/>
                <a:cs typeface="Cambria"/>
              </a:rPr>
              <a:t>a</a:t>
            </a:r>
            <a:r>
              <a:rPr sz="1200" b="1" i="1" dirty="0">
                <a:latin typeface="Cambria"/>
                <a:cs typeface="Cambria"/>
              </a:rPr>
              <a:t>n</a:t>
            </a:r>
            <a:r>
              <a:rPr sz="1200" b="1" i="1" spc="-10" dirty="0">
                <a:latin typeface="Cambria"/>
                <a:cs typeface="Cambria"/>
              </a:rPr>
              <a:t> </a:t>
            </a:r>
            <a:r>
              <a:rPr sz="1200" b="1" i="1" dirty="0">
                <a:latin typeface="Cambria"/>
                <a:cs typeface="Cambria"/>
              </a:rPr>
              <a:t>S</a:t>
            </a:r>
            <a:r>
              <a:rPr sz="1200" b="1" i="1" spc="-5" dirty="0">
                <a:latin typeface="Cambria"/>
                <a:cs typeface="Cambria"/>
              </a:rPr>
              <a:t>i</a:t>
            </a:r>
            <a:r>
              <a:rPr sz="1200" b="1" i="1" dirty="0">
                <a:latin typeface="Cambria"/>
                <a:cs typeface="Cambria"/>
              </a:rPr>
              <a:t>r</a:t>
            </a:r>
            <a:endParaRPr sz="12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17752" y="8945243"/>
          <a:ext cx="5739128" cy="2095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9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1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9557">
                <a:tc>
                  <a:txBody>
                    <a:bodyPr/>
                    <a:lstStyle/>
                    <a:p>
                      <a:pPr marL="289560">
                        <a:lnSpc>
                          <a:spcPts val="1550"/>
                        </a:lnSpc>
                      </a:pPr>
                      <a:r>
                        <a:rPr sz="1500" b="1" spc="-5" dirty="0">
                          <a:latin typeface="Times New Roman"/>
                          <a:cs typeface="Times New Roman"/>
                        </a:rPr>
                        <a:t>Faculty</a:t>
                      </a:r>
                      <a:r>
                        <a:rPr sz="15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b="1" spc="-10" dirty="0">
                          <a:latin typeface="Times New Roman"/>
                          <a:cs typeface="Times New Roman"/>
                        </a:rPr>
                        <a:t>Guide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550"/>
                        </a:lnSpc>
                      </a:pPr>
                      <a:r>
                        <a:rPr sz="1500" b="1" spc="-20" dirty="0">
                          <a:latin typeface="Times New Roman"/>
                          <a:cs typeface="Times New Roman"/>
                        </a:rPr>
                        <a:t>HOD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50"/>
                        </a:lnSpc>
                      </a:pPr>
                      <a:r>
                        <a:rPr sz="1500" b="1" spc="-15" dirty="0">
                          <a:latin typeface="Times New Roman"/>
                          <a:cs typeface="Times New Roman"/>
                        </a:rPr>
                        <a:t>Dean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2235" y="954023"/>
            <a:ext cx="2259711" cy="5515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3664" y="2169807"/>
            <a:ext cx="2396490" cy="7378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20745" y="2097151"/>
            <a:ext cx="1730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</a:t>
            </a:r>
            <a:r>
              <a:rPr sz="1800" b="1" u="heavy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</a:t>
            </a:r>
            <a:r>
              <a:rPr sz="1800" b="1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</a:t>
            </a:r>
            <a:r>
              <a:rPr sz="1800" b="1" u="heavy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966085"/>
            <a:ext cx="5758180" cy="1988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spc="-15" dirty="0">
                <a:latin typeface="Verdana"/>
                <a:cs typeface="Verdana"/>
              </a:rPr>
              <a:t>We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hereby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declare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that </a:t>
            </a:r>
            <a:r>
              <a:rPr sz="1300" dirty="0">
                <a:latin typeface="Verdana"/>
                <a:cs typeface="Verdana"/>
              </a:rPr>
              <a:t>this </a:t>
            </a:r>
            <a:r>
              <a:rPr sz="1300" spc="-5" dirty="0">
                <a:latin typeface="Verdana"/>
                <a:cs typeface="Verdana"/>
              </a:rPr>
              <a:t>project</a:t>
            </a:r>
            <a:r>
              <a:rPr sz="1300" spc="1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work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entitled</a:t>
            </a:r>
            <a:r>
              <a:rPr sz="1300" spc="3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Chatting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Times New Roman"/>
                <a:cs typeface="Times New Roman"/>
              </a:rPr>
              <a:t>App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300" spc="-5" dirty="0">
                <a:latin typeface="Verdana"/>
                <a:cs typeface="Verdana"/>
              </a:rPr>
              <a:t>is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a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record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done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by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me.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Verdana"/>
              <a:cs typeface="Verdana"/>
            </a:endParaRPr>
          </a:p>
          <a:p>
            <a:pPr marL="12700" marR="5080" algn="just">
              <a:lnSpc>
                <a:spcPct val="152400"/>
              </a:lnSpc>
            </a:pPr>
            <a:r>
              <a:rPr sz="1300" spc="-5" dirty="0">
                <a:latin typeface="Verdana"/>
                <a:cs typeface="Verdana"/>
              </a:rPr>
              <a:t>I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also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declare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that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the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matter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embodied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in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this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project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is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genuine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work </a:t>
            </a:r>
            <a:r>
              <a:rPr sz="1300" spc="-44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done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by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me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and</a:t>
            </a:r>
            <a:r>
              <a:rPr sz="1300" spc="-4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has</a:t>
            </a:r>
            <a:r>
              <a:rPr sz="1300" spc="-3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not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been</a:t>
            </a:r>
            <a:r>
              <a:rPr sz="1300" spc="-3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submitted</a:t>
            </a:r>
            <a:r>
              <a:rPr sz="1300" spc="-3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whether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to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this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University</a:t>
            </a:r>
            <a:r>
              <a:rPr sz="1300" spc="-4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or </a:t>
            </a:r>
            <a:r>
              <a:rPr sz="1300" spc="-44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to</a:t>
            </a:r>
            <a:r>
              <a:rPr sz="1300" spc="-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any</a:t>
            </a:r>
            <a:r>
              <a:rPr sz="1300" spc="-5" dirty="0">
                <a:latin typeface="Verdana"/>
                <a:cs typeface="Verdana"/>
              </a:rPr>
              <a:t> other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University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/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Institute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for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the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fulfillment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of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the </a:t>
            </a:r>
            <a:r>
              <a:rPr sz="1300" spc="-5" dirty="0">
                <a:latin typeface="Verdana"/>
                <a:cs typeface="Verdana"/>
              </a:rPr>
              <a:t> requirement</a:t>
            </a:r>
            <a:r>
              <a:rPr sz="1300" spc="-15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of</a:t>
            </a:r>
            <a:r>
              <a:rPr sz="1300" spc="2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any</a:t>
            </a:r>
            <a:r>
              <a:rPr sz="1300" spc="-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course</a:t>
            </a:r>
            <a:r>
              <a:rPr sz="1300" spc="-5" dirty="0">
                <a:latin typeface="Verdana"/>
                <a:cs typeface="Verdana"/>
              </a:rPr>
              <a:t> of</a:t>
            </a:r>
            <a:r>
              <a:rPr sz="1300" dirty="0">
                <a:latin typeface="Verdana"/>
                <a:cs typeface="Verdana"/>
              </a:rPr>
              <a:t> </a:t>
            </a:r>
            <a:r>
              <a:rPr sz="1300" spc="-5" dirty="0">
                <a:latin typeface="Verdana"/>
                <a:cs typeface="Verdana"/>
              </a:rPr>
              <a:t>study.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001562"/>
            <a:ext cx="299466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4300"/>
              </a:lnSpc>
              <a:spcBef>
                <a:spcPts val="100"/>
              </a:spcBef>
            </a:pPr>
            <a:r>
              <a:rPr sz="1400" spc="-5" dirty="0">
                <a:latin typeface="Verdana"/>
                <a:cs typeface="Verdana"/>
              </a:rPr>
              <a:t>P</a:t>
            </a:r>
            <a:r>
              <a:rPr sz="1400" spc="-25" dirty="0">
                <a:latin typeface="Verdana"/>
                <a:cs typeface="Verdana"/>
              </a:rPr>
              <a:t>l</a:t>
            </a:r>
            <a:r>
              <a:rPr sz="1400" spc="20" dirty="0">
                <a:latin typeface="Verdana"/>
                <a:cs typeface="Verdana"/>
              </a:rPr>
              <a:t>a</a:t>
            </a:r>
            <a:r>
              <a:rPr sz="1400" spc="-15" dirty="0">
                <a:latin typeface="Verdana"/>
                <a:cs typeface="Verdana"/>
              </a:rPr>
              <a:t>c</a:t>
            </a:r>
            <a:r>
              <a:rPr sz="1400" spc="-5" dirty="0">
                <a:latin typeface="Verdana"/>
                <a:cs typeface="Verdana"/>
              </a:rPr>
              <a:t>e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: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60" dirty="0">
                <a:latin typeface="Verdana"/>
                <a:cs typeface="Verdana"/>
              </a:rPr>
              <a:t>M</a:t>
            </a:r>
            <a:r>
              <a:rPr sz="1400" spc="-50" dirty="0">
                <a:latin typeface="Verdana"/>
                <a:cs typeface="Verdana"/>
              </a:rPr>
              <a:t>ar</a:t>
            </a:r>
            <a:r>
              <a:rPr sz="1400" spc="-70" dirty="0">
                <a:latin typeface="Verdana"/>
                <a:cs typeface="Verdana"/>
              </a:rPr>
              <a:t>w</a:t>
            </a:r>
            <a:r>
              <a:rPr sz="1400" spc="-50" dirty="0">
                <a:latin typeface="Verdana"/>
                <a:cs typeface="Verdana"/>
              </a:rPr>
              <a:t>a</a:t>
            </a:r>
            <a:r>
              <a:rPr sz="1400" spc="-35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i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70" dirty="0">
                <a:latin typeface="Verdana"/>
                <a:cs typeface="Verdana"/>
              </a:rPr>
              <a:t>U</a:t>
            </a:r>
            <a:r>
              <a:rPr sz="1400" spc="-30" dirty="0">
                <a:latin typeface="Verdana"/>
                <a:cs typeface="Verdana"/>
              </a:rPr>
              <a:t>n</a:t>
            </a:r>
            <a:r>
              <a:rPr sz="1400" spc="-80" dirty="0">
                <a:latin typeface="Verdana"/>
                <a:cs typeface="Verdana"/>
              </a:rPr>
              <a:t>i</a:t>
            </a:r>
            <a:r>
              <a:rPr sz="1400" spc="-65" dirty="0">
                <a:latin typeface="Verdana"/>
                <a:cs typeface="Verdana"/>
              </a:rPr>
              <a:t>v</a:t>
            </a:r>
            <a:r>
              <a:rPr sz="1400" spc="-45" dirty="0">
                <a:latin typeface="Verdana"/>
                <a:cs typeface="Verdana"/>
              </a:rPr>
              <a:t>e</a:t>
            </a:r>
            <a:r>
              <a:rPr sz="1400" spc="-50" dirty="0">
                <a:latin typeface="Verdana"/>
                <a:cs typeface="Verdana"/>
              </a:rPr>
              <a:t>r</a:t>
            </a:r>
            <a:r>
              <a:rPr sz="1400" spc="-35" dirty="0">
                <a:latin typeface="Verdana"/>
                <a:cs typeface="Verdana"/>
              </a:rPr>
              <a:t>s</a:t>
            </a:r>
            <a:r>
              <a:rPr sz="1400" spc="-80" dirty="0">
                <a:latin typeface="Verdana"/>
                <a:cs typeface="Verdana"/>
              </a:rPr>
              <a:t>i</a:t>
            </a:r>
            <a:r>
              <a:rPr sz="1400" spc="-50" dirty="0">
                <a:latin typeface="Verdana"/>
                <a:cs typeface="Verdana"/>
              </a:rPr>
              <a:t>t</a:t>
            </a:r>
            <a:r>
              <a:rPr sz="1400" spc="-5" dirty="0">
                <a:latin typeface="Verdana"/>
                <a:cs typeface="Verdana"/>
              </a:rPr>
              <a:t>y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–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spc="-70" dirty="0">
                <a:latin typeface="Verdana"/>
                <a:cs typeface="Verdana"/>
              </a:rPr>
              <a:t>R</a:t>
            </a:r>
            <a:r>
              <a:rPr sz="1400" spc="-50" dirty="0">
                <a:latin typeface="Verdana"/>
                <a:cs typeface="Verdana"/>
              </a:rPr>
              <a:t>a</a:t>
            </a:r>
            <a:r>
              <a:rPr sz="1400" spc="-55" dirty="0">
                <a:latin typeface="Verdana"/>
                <a:cs typeface="Verdana"/>
              </a:rPr>
              <a:t>j</a:t>
            </a:r>
            <a:r>
              <a:rPr sz="1400" spc="-65" dirty="0">
                <a:latin typeface="Verdana"/>
                <a:cs typeface="Verdana"/>
              </a:rPr>
              <a:t>k</a:t>
            </a:r>
            <a:r>
              <a:rPr sz="1400" spc="-60" dirty="0">
                <a:latin typeface="Verdana"/>
                <a:cs typeface="Verdana"/>
              </a:rPr>
              <a:t>o</a:t>
            </a:r>
            <a:r>
              <a:rPr sz="1400" spc="-5" dirty="0">
                <a:latin typeface="Verdana"/>
                <a:cs typeface="Verdana"/>
              </a:rPr>
              <a:t>t  Da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 </a:t>
            </a:r>
            <a:r>
              <a:rPr sz="1400" spc="-2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: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60" dirty="0">
                <a:latin typeface="Verdana"/>
                <a:cs typeface="Verdana"/>
              </a:rPr>
              <a:t>10</a:t>
            </a:r>
            <a:r>
              <a:rPr sz="1400" spc="-65" dirty="0">
                <a:latin typeface="Verdana"/>
                <a:cs typeface="Verdana"/>
              </a:rPr>
              <a:t>/</a:t>
            </a:r>
            <a:r>
              <a:rPr sz="1400" spc="-35" dirty="0">
                <a:latin typeface="Verdana"/>
                <a:cs typeface="Verdana"/>
              </a:rPr>
              <a:t>4</a:t>
            </a:r>
            <a:r>
              <a:rPr sz="1400" spc="-65" dirty="0">
                <a:latin typeface="Verdana"/>
                <a:cs typeface="Verdana"/>
              </a:rPr>
              <a:t>/</a:t>
            </a:r>
            <a:r>
              <a:rPr sz="1400" spc="-60" dirty="0">
                <a:latin typeface="Verdana"/>
                <a:cs typeface="Verdana"/>
              </a:rPr>
              <a:t>202</a:t>
            </a:r>
            <a:r>
              <a:rPr sz="1400" spc="-10" dirty="0">
                <a:latin typeface="Verdana"/>
                <a:cs typeface="Verdana"/>
              </a:rPr>
              <a:t>4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7371715"/>
            <a:ext cx="28682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latin typeface="Verdana"/>
                <a:cs typeface="Verdana"/>
              </a:rPr>
              <a:t>Aryan</a:t>
            </a:r>
            <a:r>
              <a:rPr sz="1300" b="1" spc="-30" dirty="0">
                <a:latin typeface="Verdana"/>
                <a:cs typeface="Verdana"/>
              </a:rPr>
              <a:t> </a:t>
            </a:r>
            <a:r>
              <a:rPr sz="1300" b="1" spc="-5" dirty="0">
                <a:latin typeface="Verdana"/>
                <a:cs typeface="Verdana"/>
              </a:rPr>
              <a:t>Ponkiya</a:t>
            </a:r>
            <a:r>
              <a:rPr sz="1300" b="1" spc="-40" dirty="0">
                <a:latin typeface="Verdana"/>
                <a:cs typeface="Verdana"/>
              </a:rPr>
              <a:t> </a:t>
            </a:r>
            <a:r>
              <a:rPr sz="1300" b="1" spc="-15" dirty="0">
                <a:latin typeface="Verdana"/>
                <a:cs typeface="Verdana"/>
              </a:rPr>
              <a:t>(92200527253)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7871840"/>
            <a:ext cx="30422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latin typeface="Verdana"/>
                <a:cs typeface="Verdana"/>
              </a:rPr>
              <a:t>Divyesh</a:t>
            </a:r>
            <a:r>
              <a:rPr sz="1300" b="1" spc="-40" dirty="0">
                <a:latin typeface="Verdana"/>
                <a:cs typeface="Verdana"/>
              </a:rPr>
              <a:t> </a:t>
            </a:r>
            <a:r>
              <a:rPr sz="1300" b="1" spc="-5" dirty="0">
                <a:latin typeface="Verdana"/>
                <a:cs typeface="Verdana"/>
              </a:rPr>
              <a:t>Gangah</a:t>
            </a:r>
            <a:r>
              <a:rPr sz="1300" b="1" spc="-25" dirty="0">
                <a:latin typeface="Verdana"/>
                <a:cs typeface="Verdana"/>
              </a:rPr>
              <a:t> </a:t>
            </a:r>
            <a:r>
              <a:rPr sz="1300" b="1" spc="-5" dirty="0">
                <a:latin typeface="Verdana"/>
                <a:cs typeface="Verdana"/>
              </a:rPr>
              <a:t>(92200527243)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1432" y="7130753"/>
            <a:ext cx="1836420" cy="98742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290"/>
              </a:spcBef>
              <a:tabLst>
                <a:tab pos="1283970" algn="l"/>
              </a:tabLst>
            </a:pPr>
            <a:r>
              <a:rPr sz="1200" b="1" dirty="0">
                <a:latin typeface="Verdana"/>
                <a:cs typeface="Verdana"/>
              </a:rPr>
              <a:t>Signature</a:t>
            </a:r>
            <a:r>
              <a:rPr sz="1200" b="1" spc="5" dirty="0">
                <a:latin typeface="Verdana"/>
                <a:cs typeface="Verdana"/>
              </a:rPr>
              <a:t> </a:t>
            </a:r>
            <a:r>
              <a:rPr sz="1200" b="1" dirty="0">
                <a:latin typeface="Verdana"/>
                <a:cs typeface="Verdana"/>
              </a:rPr>
              <a:t>:	</a:t>
            </a:r>
            <a:r>
              <a:rPr sz="2000" b="1" i="1" spc="-204" dirty="0">
                <a:latin typeface="Times New Roman"/>
                <a:cs typeface="Times New Roman"/>
              </a:rPr>
              <a:t>Aryan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  <a:tabLst>
                <a:tab pos="1131570" algn="l"/>
              </a:tabLst>
            </a:pPr>
            <a:r>
              <a:rPr sz="1300" b="1" spc="-15" dirty="0">
                <a:latin typeface="Verdana"/>
                <a:cs typeface="Verdana"/>
              </a:rPr>
              <a:t>Signature:	</a:t>
            </a:r>
            <a:r>
              <a:rPr sz="2200" b="1" i="1" spc="-260" dirty="0">
                <a:latin typeface="Times New Roman"/>
                <a:cs typeface="Times New Roman"/>
              </a:rPr>
              <a:t>Divyesh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004" y="8478392"/>
            <a:ext cx="28746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" dirty="0">
                <a:latin typeface="Verdana"/>
                <a:cs typeface="Verdana"/>
              </a:rPr>
              <a:t>Harsh</a:t>
            </a:r>
            <a:r>
              <a:rPr sz="1300" b="1" spc="-15" dirty="0">
                <a:latin typeface="Verdana"/>
                <a:cs typeface="Verdana"/>
              </a:rPr>
              <a:t> </a:t>
            </a:r>
            <a:r>
              <a:rPr sz="1300" b="1" spc="-5" dirty="0">
                <a:latin typeface="Verdana"/>
                <a:cs typeface="Verdana"/>
              </a:rPr>
              <a:t>Thobani</a:t>
            </a:r>
            <a:r>
              <a:rPr sz="1300" b="1" spc="-55" dirty="0">
                <a:latin typeface="Verdana"/>
                <a:cs typeface="Verdana"/>
              </a:rPr>
              <a:t> </a:t>
            </a:r>
            <a:r>
              <a:rPr sz="1300" b="1" spc="-15" dirty="0">
                <a:latin typeface="Verdana"/>
                <a:cs typeface="Verdana"/>
              </a:rPr>
              <a:t>(92200527002)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0576" y="8362568"/>
            <a:ext cx="1736089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04595" algn="l"/>
              </a:tabLst>
            </a:pPr>
            <a:r>
              <a:rPr sz="1300" b="1" spc="5" dirty="0">
                <a:latin typeface="Verdana"/>
                <a:cs typeface="Verdana"/>
              </a:rPr>
              <a:t>S</a:t>
            </a:r>
            <a:r>
              <a:rPr sz="1300" b="1" spc="-20" dirty="0">
                <a:latin typeface="Verdana"/>
                <a:cs typeface="Verdana"/>
              </a:rPr>
              <a:t>i</a:t>
            </a:r>
            <a:r>
              <a:rPr sz="1300" b="1" spc="-5" dirty="0">
                <a:latin typeface="Verdana"/>
                <a:cs typeface="Verdana"/>
              </a:rPr>
              <a:t>g</a:t>
            </a:r>
            <a:r>
              <a:rPr sz="1300" b="1" spc="-20" dirty="0">
                <a:latin typeface="Verdana"/>
                <a:cs typeface="Verdana"/>
              </a:rPr>
              <a:t>n</a:t>
            </a:r>
            <a:r>
              <a:rPr sz="1300" b="1" spc="-5" dirty="0">
                <a:latin typeface="Verdana"/>
                <a:cs typeface="Verdana"/>
              </a:rPr>
              <a:t>a</a:t>
            </a:r>
            <a:r>
              <a:rPr sz="1300" b="1" spc="20" dirty="0">
                <a:latin typeface="Verdana"/>
                <a:cs typeface="Verdana"/>
              </a:rPr>
              <a:t>t</a:t>
            </a:r>
            <a:r>
              <a:rPr sz="1300" b="1" spc="-20" dirty="0">
                <a:latin typeface="Verdana"/>
                <a:cs typeface="Verdana"/>
              </a:rPr>
              <a:t>u</a:t>
            </a:r>
            <a:r>
              <a:rPr sz="1300" b="1" spc="-10" dirty="0">
                <a:latin typeface="Verdana"/>
                <a:cs typeface="Verdana"/>
              </a:rPr>
              <a:t>r</a:t>
            </a:r>
            <a:r>
              <a:rPr sz="1300" b="1" dirty="0">
                <a:latin typeface="Verdana"/>
                <a:cs typeface="Verdana"/>
              </a:rPr>
              <a:t>e</a:t>
            </a:r>
            <a:r>
              <a:rPr sz="1300" b="1" spc="-5" dirty="0">
                <a:latin typeface="Verdana"/>
                <a:cs typeface="Verdana"/>
              </a:rPr>
              <a:t>:</a:t>
            </a:r>
            <a:r>
              <a:rPr sz="1300" b="1" dirty="0">
                <a:latin typeface="Verdana"/>
                <a:cs typeface="Verdana"/>
              </a:rPr>
              <a:t>	</a:t>
            </a:r>
            <a:r>
              <a:rPr sz="2200" b="1" i="1" spc="30" dirty="0">
                <a:latin typeface="Times New Roman"/>
                <a:cs typeface="Times New Roman"/>
              </a:rPr>
              <a:t>H</a:t>
            </a:r>
            <a:r>
              <a:rPr sz="2200" b="1" i="1" spc="-459" dirty="0">
                <a:latin typeface="Times New Roman"/>
                <a:cs typeface="Times New Roman"/>
              </a:rPr>
              <a:t>a</a:t>
            </a:r>
            <a:r>
              <a:rPr sz="2200" b="1" i="1" spc="-355" dirty="0">
                <a:latin typeface="Times New Roman"/>
                <a:cs typeface="Times New Roman"/>
              </a:rPr>
              <a:t>r</a:t>
            </a:r>
            <a:r>
              <a:rPr sz="2200" b="1" i="1" spc="-459" dirty="0">
                <a:latin typeface="Times New Roman"/>
                <a:cs typeface="Times New Roman"/>
              </a:rPr>
              <a:t>sh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23082" y="2084958"/>
            <a:ext cx="9271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5" dirty="0">
                <a:latin typeface="Calibri"/>
                <a:cs typeface="Calibri"/>
              </a:rPr>
              <a:t>C</a:t>
            </a:r>
            <a:r>
              <a:rPr sz="1600" b="1" spc="-5" dirty="0">
                <a:latin typeface="Calibri"/>
                <a:cs typeface="Calibri"/>
              </a:rPr>
              <a:t>O</a:t>
            </a:r>
            <a:r>
              <a:rPr sz="1600" b="1" spc="5" dirty="0">
                <a:latin typeface="Calibri"/>
                <a:cs typeface="Calibri"/>
              </a:rPr>
              <a:t>N</a:t>
            </a:r>
            <a:r>
              <a:rPr sz="1600" b="1" spc="-35" dirty="0">
                <a:latin typeface="Calibri"/>
                <a:cs typeface="Calibri"/>
              </a:rPr>
              <a:t>T</a:t>
            </a:r>
            <a:r>
              <a:rPr sz="1600" b="1" spc="-20" dirty="0">
                <a:latin typeface="Calibri"/>
                <a:cs typeface="Calibri"/>
              </a:rPr>
              <a:t>E</a:t>
            </a:r>
            <a:r>
              <a:rPr sz="1600" b="1" spc="5" dirty="0">
                <a:latin typeface="Calibri"/>
                <a:cs typeface="Calibri"/>
              </a:rPr>
              <a:t>N</a:t>
            </a:r>
            <a:r>
              <a:rPr sz="1600" b="1" spc="-35" dirty="0">
                <a:latin typeface="Calibri"/>
                <a:cs typeface="Calibri"/>
              </a:rPr>
              <a:t>T</a:t>
            </a:r>
            <a:r>
              <a:rPr sz="1600" b="1" dirty="0">
                <a:latin typeface="Calibri"/>
                <a:cs typeface="Calibri"/>
              </a:rPr>
              <a:t>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514599"/>
            <a:ext cx="56581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8132" y="804417"/>
            <a:ext cx="2378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" dirty="0">
                <a:latin typeface="Times New Roman"/>
                <a:cs typeface="Times New Roman"/>
              </a:rPr>
              <a:t>1.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1800" b="1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DETAILS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2860" y="2234310"/>
            <a:ext cx="5788025" cy="1997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5645">
              <a:lnSpc>
                <a:spcPct val="100000"/>
              </a:lnSpc>
              <a:spcBef>
                <a:spcPts val="100"/>
              </a:spcBef>
              <a:tabLst>
                <a:tab pos="2442845" algn="l"/>
              </a:tabLst>
            </a:pPr>
            <a:r>
              <a:rPr sz="1800" b="1" u="heavy" spc="-50" dirty="0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1.1</a:t>
            </a:r>
            <a:r>
              <a:rPr sz="1800" b="1" spc="-50" dirty="0">
                <a:latin typeface="Times New Roman"/>
                <a:cs typeface="Times New Roman"/>
              </a:rPr>
              <a:t>	</a:t>
            </a:r>
            <a:r>
              <a:rPr sz="1800" b="1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SYNOPSIS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3600"/>
              </a:lnSpc>
              <a:spcBef>
                <a:spcPts val="1300"/>
              </a:spcBef>
            </a:pPr>
            <a:r>
              <a:rPr sz="1400" spc="-10" dirty="0">
                <a:latin typeface="Times New Roman"/>
                <a:cs typeface="Times New Roman"/>
              </a:rPr>
              <a:t>A </a:t>
            </a:r>
            <a:r>
              <a:rPr sz="1400" spc="-5" dirty="0">
                <a:latin typeface="Times New Roman"/>
                <a:cs typeface="Times New Roman"/>
              </a:rPr>
              <a:t>chatting app </a:t>
            </a:r>
            <a:r>
              <a:rPr sz="1400" spc="-20" dirty="0">
                <a:latin typeface="Times New Roman"/>
                <a:cs typeface="Times New Roman"/>
              </a:rPr>
              <a:t>is </a:t>
            </a:r>
            <a:r>
              <a:rPr sz="1400" spc="-5" dirty="0">
                <a:latin typeface="Times New Roman"/>
                <a:cs typeface="Times New Roman"/>
              </a:rPr>
              <a:t>a digital </a:t>
            </a:r>
            <a:r>
              <a:rPr sz="1400" dirty="0">
                <a:latin typeface="Times New Roman"/>
                <a:cs typeface="Times New Roman"/>
              </a:rPr>
              <a:t>platform </a:t>
            </a:r>
            <a:r>
              <a:rPr sz="1400" spc="-10" dirty="0">
                <a:latin typeface="Times New Roman"/>
                <a:cs typeface="Times New Roman"/>
              </a:rPr>
              <a:t>that </a:t>
            </a:r>
            <a:r>
              <a:rPr sz="1400" spc="-5" dirty="0">
                <a:latin typeface="Times New Roman"/>
                <a:cs typeface="Times New Roman"/>
              </a:rPr>
              <a:t>allows </a:t>
            </a:r>
            <a:r>
              <a:rPr sz="1400" spc="-10" dirty="0">
                <a:latin typeface="Times New Roman"/>
                <a:cs typeface="Times New Roman"/>
              </a:rPr>
              <a:t>users </a:t>
            </a:r>
            <a:r>
              <a:rPr sz="1400" spc="-5" dirty="0">
                <a:latin typeface="Times New Roman"/>
                <a:cs typeface="Times New Roman"/>
              </a:rPr>
              <a:t>to communicate with </a:t>
            </a:r>
            <a:r>
              <a:rPr sz="1400" dirty="0">
                <a:latin typeface="Times New Roman"/>
                <a:cs typeface="Times New Roman"/>
              </a:rPr>
              <a:t>each 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other </a:t>
            </a:r>
            <a:r>
              <a:rPr sz="1400" spc="-5" dirty="0">
                <a:latin typeface="Times New Roman"/>
                <a:cs typeface="Times New Roman"/>
              </a:rPr>
              <a:t>in real-time through text </a:t>
            </a:r>
            <a:r>
              <a:rPr sz="1400" spc="-10" dirty="0">
                <a:latin typeface="Times New Roman"/>
                <a:cs typeface="Times New Roman"/>
              </a:rPr>
              <a:t>messages.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It </a:t>
            </a:r>
            <a:r>
              <a:rPr sz="1400" spc="-5" dirty="0">
                <a:latin typeface="Times New Roman"/>
                <a:cs typeface="Times New Roman"/>
              </a:rPr>
              <a:t>typically </a:t>
            </a:r>
            <a:r>
              <a:rPr sz="1400" spc="-10" dirty="0">
                <a:latin typeface="Times New Roman"/>
                <a:cs typeface="Times New Roman"/>
              </a:rPr>
              <a:t>features </a:t>
            </a:r>
            <a:r>
              <a:rPr sz="1400" spc="-5" dirty="0">
                <a:latin typeface="Times New Roman"/>
                <a:cs typeface="Times New Roman"/>
              </a:rPr>
              <a:t>a user-friendly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interface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where</a:t>
            </a:r>
            <a:r>
              <a:rPr sz="1400" spc="2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individuals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18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send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receive</a:t>
            </a:r>
            <a:r>
              <a:rPr sz="1400" spc="2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messages</a:t>
            </a:r>
            <a:r>
              <a:rPr sz="1400" spc="2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instantly.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Whether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personal </a:t>
            </a:r>
            <a:r>
              <a:rPr sz="1400" spc="5" dirty="0">
                <a:latin typeface="Times New Roman"/>
                <a:cs typeface="Times New Roman"/>
              </a:rPr>
              <a:t>or </a:t>
            </a:r>
            <a:r>
              <a:rPr sz="1400" spc="-5" dirty="0">
                <a:latin typeface="Times New Roman"/>
                <a:cs typeface="Times New Roman"/>
              </a:rPr>
              <a:t>professional </a:t>
            </a:r>
            <a:r>
              <a:rPr sz="1400" spc="-10" dirty="0">
                <a:latin typeface="Times New Roman"/>
                <a:cs typeface="Times New Roman"/>
              </a:rPr>
              <a:t>use, </a:t>
            </a:r>
            <a:r>
              <a:rPr sz="1400" spc="-5" dirty="0">
                <a:latin typeface="Times New Roman"/>
                <a:cs typeface="Times New Roman"/>
              </a:rPr>
              <a:t>chatting </a:t>
            </a:r>
            <a:r>
              <a:rPr sz="1400" dirty="0">
                <a:latin typeface="Times New Roman"/>
                <a:cs typeface="Times New Roman"/>
              </a:rPr>
              <a:t>apps </a:t>
            </a:r>
            <a:r>
              <a:rPr sz="1400" spc="-20" dirty="0">
                <a:latin typeface="Times New Roman"/>
                <a:cs typeface="Times New Roman"/>
              </a:rPr>
              <a:t>make </a:t>
            </a:r>
            <a:r>
              <a:rPr sz="1400" dirty="0">
                <a:latin typeface="Times New Roman"/>
                <a:cs typeface="Times New Roman"/>
              </a:rPr>
              <a:t>staying </a:t>
            </a:r>
            <a:r>
              <a:rPr sz="1400" spc="-5" dirty="0">
                <a:latin typeface="Times New Roman"/>
                <a:cs typeface="Times New Roman"/>
              </a:rPr>
              <a:t>connected </a:t>
            </a:r>
            <a:r>
              <a:rPr sz="1400" dirty="0">
                <a:latin typeface="Times New Roman"/>
                <a:cs typeface="Times New Roman"/>
              </a:rPr>
              <a:t>easy </a:t>
            </a:r>
            <a:r>
              <a:rPr sz="1400" spc="-5" dirty="0">
                <a:latin typeface="Times New Roman"/>
                <a:cs typeface="Times New Roman"/>
              </a:rPr>
              <a:t>and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convenient.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207000"/>
            <a:ext cx="5629275" cy="15687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09855" algn="ctr">
              <a:lnSpc>
                <a:spcPct val="100000"/>
              </a:lnSpc>
              <a:spcBef>
                <a:spcPts val="105"/>
              </a:spcBef>
            </a:pPr>
            <a:r>
              <a:rPr sz="1600" b="1" u="heavy" spc="-5" dirty="0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1.2</a:t>
            </a:r>
            <a:r>
              <a:rPr sz="1600" b="1" u="heavy" spc="-40" dirty="0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dirty="0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1600" b="1" u="heavy" spc="-30" dirty="0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15" dirty="0"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DISCRIPTION</a:t>
            </a:r>
            <a:endParaRPr sz="1600" dirty="0">
              <a:latin typeface="Times New Roman"/>
              <a:cs typeface="Times New Roman"/>
            </a:endParaRPr>
          </a:p>
          <a:p>
            <a:pPr marL="12700" marR="5080">
              <a:lnSpc>
                <a:spcPct val="132900"/>
              </a:lnSpc>
              <a:spcBef>
                <a:spcPts val="1525"/>
              </a:spcBef>
            </a:pPr>
            <a:r>
              <a:rPr sz="1400" spc="-10" dirty="0">
                <a:latin typeface="Times New Roman"/>
                <a:cs typeface="Times New Roman"/>
              </a:rPr>
              <a:t>The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chatting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app</a:t>
            </a:r>
            <a:r>
              <a:rPr sz="1400" spc="5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is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designed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communicate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with </a:t>
            </a:r>
            <a:r>
              <a:rPr sz="1400" dirty="0">
                <a:latin typeface="Times New Roman"/>
                <a:cs typeface="Times New Roman"/>
              </a:rPr>
              <a:t>each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other.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It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is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usually </a:t>
            </a:r>
            <a:r>
              <a:rPr sz="140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designed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private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chatting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with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friends,</a:t>
            </a:r>
            <a:r>
              <a:rPr sz="1400" spc="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family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members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other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people.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It </a:t>
            </a:r>
            <a:r>
              <a:rPr sz="1400" spc="-33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is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use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for</a:t>
            </a:r>
            <a:r>
              <a:rPr sz="1400" spc="25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fast</a:t>
            </a:r>
            <a:r>
              <a:rPr sz="1400" spc="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communication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and</a:t>
            </a:r>
            <a:r>
              <a:rPr lang="en-US" sz="1400" spc="-5" dirty="0">
                <a:latin typeface="Times New Roman"/>
                <a:cs typeface="Times New Roman"/>
              </a:rPr>
              <a:t> 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secured communication. The chatting app have simple inter face and simple build.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3" name="object 3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6" name="object 6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33704" y="10290682"/>
            <a:ext cx="6491605" cy="96520"/>
            <a:chOff x="533704" y="10290682"/>
            <a:chExt cx="6491605" cy="96520"/>
          </a:xfrm>
        </p:grpSpPr>
        <p:sp>
          <p:nvSpPr>
            <p:cNvPr id="9" name="object 9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5" name="object 65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66" name="object 66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2" name="object 122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23" name="object 123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" name="object 125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26" name="object 126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0" name="object 210"/>
          <p:cNvGrpSpPr/>
          <p:nvPr/>
        </p:nvGrpSpPr>
        <p:grpSpPr>
          <a:xfrm>
            <a:off x="304800" y="533094"/>
            <a:ext cx="96520" cy="9625965"/>
            <a:chOff x="304800" y="533094"/>
            <a:chExt cx="96520" cy="9625965"/>
          </a:xfrm>
        </p:grpSpPr>
        <p:sp>
          <p:nvSpPr>
            <p:cNvPr id="211" name="object 211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3" name="object 293"/>
          <p:cNvSpPr txBox="1"/>
          <p:nvPr/>
        </p:nvSpPr>
        <p:spPr>
          <a:xfrm>
            <a:off x="1124813" y="1825878"/>
            <a:ext cx="4627880" cy="746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5220">
              <a:lnSpc>
                <a:spcPct val="100000"/>
              </a:lnSpc>
              <a:spcBef>
                <a:spcPts val="105"/>
              </a:spcBef>
            </a:pPr>
            <a:r>
              <a:rPr sz="1600" b="1" u="heavy" spc="-3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1.3</a:t>
            </a:r>
            <a:r>
              <a:rPr sz="1600" b="1" u="heavy" spc="7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ALGORITHM</a:t>
            </a:r>
            <a:r>
              <a:rPr sz="1600" b="1" u="heavy" spc="-8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AND</a:t>
            </a:r>
            <a:r>
              <a:rPr sz="1600" b="1" u="heavy" spc="-4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1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FLOWCHART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sz="1600" b="1" u="heavy" spc="-1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Algorithm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94" name="object 294"/>
          <p:cNvSpPr txBox="1"/>
          <p:nvPr/>
        </p:nvSpPr>
        <p:spPr>
          <a:xfrm>
            <a:off x="1017828" y="3435476"/>
            <a:ext cx="5525135" cy="4606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sz="1600" spc="-3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1F1F1F"/>
                </a:solidFill>
                <a:latin typeface="Times New Roman"/>
                <a:cs typeface="Times New Roman"/>
              </a:rPr>
              <a:t>1:</a:t>
            </a:r>
            <a:r>
              <a:rPr sz="1600" spc="-6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1F1F1F"/>
                </a:solidFill>
                <a:latin typeface="Times New Roman"/>
                <a:cs typeface="Times New Roman"/>
              </a:rPr>
              <a:t>Start.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1F1F1F"/>
                </a:solidFill>
                <a:latin typeface="Times New Roman"/>
                <a:cs typeface="Times New Roman"/>
              </a:rPr>
              <a:t>↓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sz="1600" spc="-2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1F1F1F"/>
                </a:solidFill>
                <a:latin typeface="Times New Roman"/>
                <a:cs typeface="Times New Roman"/>
              </a:rPr>
              <a:t>2:</a:t>
            </a:r>
            <a:r>
              <a:rPr sz="1600" spc="-3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Enter the</a:t>
            </a:r>
            <a:r>
              <a:rPr sz="1600" spc="-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message</a:t>
            </a:r>
            <a:r>
              <a:rPr sz="1600" spc="-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whatever</a:t>
            </a:r>
            <a:r>
              <a:rPr sz="1600" spc="3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Times New Roman"/>
                <a:cs typeface="Times New Roman"/>
              </a:rPr>
              <a:t>you</a:t>
            </a:r>
            <a:r>
              <a:rPr sz="1600" spc="2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F1F1F"/>
                </a:solidFill>
                <a:latin typeface="Times New Roman"/>
                <a:cs typeface="Times New Roman"/>
              </a:rPr>
              <a:t>like</a:t>
            </a:r>
            <a:r>
              <a:rPr sz="1600" spc="-3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 send</a:t>
            </a:r>
            <a:r>
              <a:rPr sz="160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1F1F1F"/>
                </a:solidFill>
                <a:latin typeface="Times New Roman"/>
                <a:cs typeface="Times New Roman"/>
              </a:rPr>
              <a:t>to</a:t>
            </a:r>
            <a:r>
              <a:rPr sz="160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Times New Roman"/>
                <a:cs typeface="Times New Roman"/>
              </a:rPr>
              <a:t>other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 person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</a:pPr>
            <a:r>
              <a:rPr sz="1600" dirty="0">
                <a:solidFill>
                  <a:srgbClr val="1F1F1F"/>
                </a:solidFill>
                <a:latin typeface="Times New Roman"/>
                <a:cs typeface="Times New Roman"/>
              </a:rPr>
              <a:t>↓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sz="1600" spc="-3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1F1F1F"/>
                </a:solidFill>
                <a:latin typeface="Times New Roman"/>
                <a:cs typeface="Times New Roman"/>
              </a:rPr>
              <a:t>3:</a:t>
            </a:r>
            <a:r>
              <a:rPr sz="1600" spc="-3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Times New Roman"/>
                <a:cs typeface="Times New Roman"/>
              </a:rPr>
              <a:t>Send</a:t>
            </a:r>
            <a:r>
              <a:rPr sz="1600" spc="-1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sz="1600" spc="-1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message</a:t>
            </a:r>
            <a:r>
              <a:rPr sz="1600" spc="-2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1F1F1F"/>
                </a:solidFill>
                <a:latin typeface="Times New Roman"/>
                <a:cs typeface="Times New Roman"/>
              </a:rPr>
              <a:t>you</a:t>
            </a:r>
            <a:r>
              <a:rPr sz="1600" spc="1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Times New Roman"/>
                <a:cs typeface="Times New Roman"/>
              </a:rPr>
              <a:t>write.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</a:pPr>
            <a:r>
              <a:rPr sz="1600" dirty="0">
                <a:solidFill>
                  <a:srgbClr val="1F1F1F"/>
                </a:solidFill>
                <a:latin typeface="Times New Roman"/>
                <a:cs typeface="Times New Roman"/>
              </a:rPr>
              <a:t>↓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Times New Roman"/>
              <a:cs typeface="Times New Roman"/>
            </a:endParaRPr>
          </a:p>
          <a:p>
            <a:pPr marL="88900" algn="ct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sz="1600" spc="-3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4:Read</a:t>
            </a:r>
            <a:r>
              <a:rPr sz="1600" spc="-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1F1F1F"/>
                </a:solidFill>
                <a:latin typeface="Times New Roman"/>
                <a:cs typeface="Times New Roman"/>
              </a:rPr>
              <a:t>the</a:t>
            </a:r>
            <a:r>
              <a:rPr sz="1600" spc="-2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message</a:t>
            </a:r>
            <a:r>
              <a:rPr sz="1600" spc="-1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that</a:t>
            </a:r>
            <a:r>
              <a:rPr sz="1600" spc="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sender send</a:t>
            </a:r>
            <a:r>
              <a:rPr sz="1600" spc="1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1F1F1F"/>
                </a:solidFill>
                <a:latin typeface="Times New Roman"/>
                <a:cs typeface="Times New Roman"/>
              </a:rPr>
              <a:t>you.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</a:pPr>
            <a:r>
              <a:rPr sz="1600" dirty="0">
                <a:solidFill>
                  <a:srgbClr val="1F1F1F"/>
                </a:solidFill>
                <a:latin typeface="Times New Roman"/>
                <a:cs typeface="Times New Roman"/>
              </a:rPr>
              <a:t>↓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>
              <a:latin typeface="Times New Roman"/>
              <a:cs typeface="Times New Roman"/>
            </a:endParaRPr>
          </a:p>
          <a:p>
            <a:pPr marL="12065" algn="ct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1F1F1F"/>
                </a:solidFill>
                <a:latin typeface="Times New Roman"/>
                <a:cs typeface="Times New Roman"/>
              </a:rPr>
              <a:t>Step</a:t>
            </a:r>
            <a:r>
              <a:rPr sz="1600" spc="-30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1F1F1F"/>
                </a:solidFill>
                <a:latin typeface="Times New Roman"/>
                <a:cs typeface="Times New Roman"/>
              </a:rPr>
              <a:t>5:</a:t>
            </a:r>
            <a:r>
              <a:rPr sz="1600" spc="-55" dirty="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sz="1600" spc="-30" dirty="0">
                <a:solidFill>
                  <a:srgbClr val="1F1F1F"/>
                </a:solidFill>
                <a:latin typeface="Times New Roman"/>
                <a:cs typeface="Times New Roman"/>
              </a:rPr>
              <a:t>End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0125" y="1593849"/>
            <a:ext cx="5220970" cy="6283960"/>
            <a:chOff x="1000125" y="1593849"/>
            <a:chExt cx="5220970" cy="6283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1383" y="1625069"/>
              <a:ext cx="1887473" cy="111330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700527" y="1612899"/>
              <a:ext cx="1844675" cy="1078865"/>
            </a:xfrm>
            <a:custGeom>
              <a:avLst/>
              <a:gdLst/>
              <a:ahLst/>
              <a:cxnLst/>
              <a:rect l="l" t="t" r="r" b="b"/>
              <a:pathLst>
                <a:path w="1844675" h="1078864">
                  <a:moveTo>
                    <a:pt x="922274" y="0"/>
                  </a:moveTo>
                  <a:lnTo>
                    <a:pt x="861695" y="1142"/>
                  </a:lnTo>
                  <a:lnTo>
                    <a:pt x="802132" y="4572"/>
                  </a:lnTo>
                  <a:lnTo>
                    <a:pt x="743712" y="10159"/>
                  </a:lnTo>
                  <a:lnTo>
                    <a:pt x="686562" y="17779"/>
                  </a:lnTo>
                  <a:lnTo>
                    <a:pt x="630809" y="27558"/>
                  </a:lnTo>
                  <a:lnTo>
                    <a:pt x="576580" y="39242"/>
                  </a:lnTo>
                  <a:lnTo>
                    <a:pt x="524129" y="52704"/>
                  </a:lnTo>
                  <a:lnTo>
                    <a:pt x="473329" y="68199"/>
                  </a:lnTo>
                  <a:lnTo>
                    <a:pt x="424434" y="85216"/>
                  </a:lnTo>
                  <a:lnTo>
                    <a:pt x="377698" y="104139"/>
                  </a:lnTo>
                  <a:lnTo>
                    <a:pt x="332994" y="124459"/>
                  </a:lnTo>
                  <a:lnTo>
                    <a:pt x="290449" y="146430"/>
                  </a:lnTo>
                  <a:lnTo>
                    <a:pt x="250444" y="169925"/>
                  </a:lnTo>
                  <a:lnTo>
                    <a:pt x="212852" y="194690"/>
                  </a:lnTo>
                  <a:lnTo>
                    <a:pt x="177927" y="220852"/>
                  </a:lnTo>
                  <a:lnTo>
                    <a:pt x="145796" y="248284"/>
                  </a:lnTo>
                  <a:lnTo>
                    <a:pt x="116459" y="276859"/>
                  </a:lnTo>
                  <a:lnTo>
                    <a:pt x="90170" y="306577"/>
                  </a:lnTo>
                  <a:lnTo>
                    <a:pt x="67056" y="337311"/>
                  </a:lnTo>
                  <a:lnTo>
                    <a:pt x="30480" y="401574"/>
                  </a:lnTo>
                  <a:lnTo>
                    <a:pt x="7747" y="469137"/>
                  </a:lnTo>
                  <a:lnTo>
                    <a:pt x="0" y="539495"/>
                  </a:lnTo>
                  <a:lnTo>
                    <a:pt x="2032" y="574928"/>
                  </a:lnTo>
                  <a:lnTo>
                    <a:pt x="17272" y="644016"/>
                  </a:lnTo>
                  <a:lnTo>
                    <a:pt x="46990" y="709929"/>
                  </a:lnTo>
                  <a:lnTo>
                    <a:pt x="90170" y="772413"/>
                  </a:lnTo>
                  <a:lnTo>
                    <a:pt x="116459" y="802004"/>
                  </a:lnTo>
                  <a:lnTo>
                    <a:pt x="145796" y="830579"/>
                  </a:lnTo>
                  <a:lnTo>
                    <a:pt x="177927" y="858011"/>
                  </a:lnTo>
                  <a:lnTo>
                    <a:pt x="212852" y="884174"/>
                  </a:lnTo>
                  <a:lnTo>
                    <a:pt x="250444" y="908938"/>
                  </a:lnTo>
                  <a:lnTo>
                    <a:pt x="290449" y="932433"/>
                  </a:lnTo>
                  <a:lnTo>
                    <a:pt x="332994" y="954404"/>
                  </a:lnTo>
                  <a:lnTo>
                    <a:pt x="377698" y="974725"/>
                  </a:lnTo>
                  <a:lnTo>
                    <a:pt x="424434" y="993648"/>
                  </a:lnTo>
                  <a:lnTo>
                    <a:pt x="473329" y="1010792"/>
                  </a:lnTo>
                  <a:lnTo>
                    <a:pt x="524129" y="1026159"/>
                  </a:lnTo>
                  <a:lnTo>
                    <a:pt x="576580" y="1039622"/>
                  </a:lnTo>
                  <a:lnTo>
                    <a:pt x="630809" y="1051305"/>
                  </a:lnTo>
                  <a:lnTo>
                    <a:pt x="686562" y="1061084"/>
                  </a:lnTo>
                  <a:lnTo>
                    <a:pt x="743712" y="1068704"/>
                  </a:lnTo>
                  <a:lnTo>
                    <a:pt x="802132" y="1074292"/>
                  </a:lnTo>
                  <a:lnTo>
                    <a:pt x="861695" y="1077722"/>
                  </a:lnTo>
                  <a:lnTo>
                    <a:pt x="922274" y="1078864"/>
                  </a:lnTo>
                  <a:lnTo>
                    <a:pt x="982980" y="1077722"/>
                  </a:lnTo>
                  <a:lnTo>
                    <a:pt x="1042543" y="1074292"/>
                  </a:lnTo>
                  <a:lnTo>
                    <a:pt x="1100963" y="1068704"/>
                  </a:lnTo>
                  <a:lnTo>
                    <a:pt x="1158113" y="1061084"/>
                  </a:lnTo>
                  <a:lnTo>
                    <a:pt x="1213866" y="1051305"/>
                  </a:lnTo>
                  <a:lnTo>
                    <a:pt x="1267968" y="1039622"/>
                  </a:lnTo>
                  <a:lnTo>
                    <a:pt x="1320546" y="1026159"/>
                  </a:lnTo>
                  <a:lnTo>
                    <a:pt x="1371346" y="1010792"/>
                  </a:lnTo>
                  <a:lnTo>
                    <a:pt x="1420241" y="993648"/>
                  </a:lnTo>
                  <a:lnTo>
                    <a:pt x="1466977" y="974725"/>
                  </a:lnTo>
                  <a:lnTo>
                    <a:pt x="1511681" y="954404"/>
                  </a:lnTo>
                  <a:lnTo>
                    <a:pt x="1554226" y="932433"/>
                  </a:lnTo>
                  <a:lnTo>
                    <a:pt x="1594231" y="908938"/>
                  </a:lnTo>
                  <a:lnTo>
                    <a:pt x="1631823" y="884174"/>
                  </a:lnTo>
                  <a:lnTo>
                    <a:pt x="1666748" y="858011"/>
                  </a:lnTo>
                  <a:lnTo>
                    <a:pt x="1698879" y="830579"/>
                  </a:lnTo>
                  <a:lnTo>
                    <a:pt x="1728216" y="802004"/>
                  </a:lnTo>
                  <a:lnTo>
                    <a:pt x="1754505" y="772413"/>
                  </a:lnTo>
                  <a:lnTo>
                    <a:pt x="1777746" y="741679"/>
                  </a:lnTo>
                  <a:lnTo>
                    <a:pt x="1814322" y="677417"/>
                  </a:lnTo>
                  <a:lnTo>
                    <a:pt x="1836927" y="609853"/>
                  </a:lnTo>
                  <a:lnTo>
                    <a:pt x="1844675" y="539495"/>
                  </a:lnTo>
                  <a:lnTo>
                    <a:pt x="1842770" y="504062"/>
                  </a:lnTo>
                  <a:lnTo>
                    <a:pt x="1827402" y="434975"/>
                  </a:lnTo>
                  <a:lnTo>
                    <a:pt x="1797685" y="368934"/>
                  </a:lnTo>
                  <a:lnTo>
                    <a:pt x="1754505" y="306577"/>
                  </a:lnTo>
                  <a:lnTo>
                    <a:pt x="1728216" y="276859"/>
                  </a:lnTo>
                  <a:lnTo>
                    <a:pt x="1698879" y="248284"/>
                  </a:lnTo>
                  <a:lnTo>
                    <a:pt x="1666748" y="220852"/>
                  </a:lnTo>
                  <a:lnTo>
                    <a:pt x="1631823" y="194690"/>
                  </a:lnTo>
                  <a:lnTo>
                    <a:pt x="1594231" y="169925"/>
                  </a:lnTo>
                  <a:lnTo>
                    <a:pt x="1554226" y="146430"/>
                  </a:lnTo>
                  <a:lnTo>
                    <a:pt x="1511681" y="124459"/>
                  </a:lnTo>
                  <a:lnTo>
                    <a:pt x="1466977" y="104139"/>
                  </a:lnTo>
                  <a:lnTo>
                    <a:pt x="1420241" y="85216"/>
                  </a:lnTo>
                  <a:lnTo>
                    <a:pt x="1371346" y="68199"/>
                  </a:lnTo>
                  <a:lnTo>
                    <a:pt x="1320546" y="52704"/>
                  </a:lnTo>
                  <a:lnTo>
                    <a:pt x="1267968" y="39242"/>
                  </a:lnTo>
                  <a:lnTo>
                    <a:pt x="1213866" y="27558"/>
                  </a:lnTo>
                  <a:lnTo>
                    <a:pt x="1158113" y="17779"/>
                  </a:lnTo>
                  <a:lnTo>
                    <a:pt x="1100963" y="10159"/>
                  </a:lnTo>
                  <a:lnTo>
                    <a:pt x="1042543" y="4572"/>
                  </a:lnTo>
                  <a:lnTo>
                    <a:pt x="982980" y="1142"/>
                  </a:lnTo>
                  <a:lnTo>
                    <a:pt x="922274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00527" y="1612899"/>
              <a:ext cx="1844675" cy="1078865"/>
            </a:xfrm>
            <a:custGeom>
              <a:avLst/>
              <a:gdLst/>
              <a:ahLst/>
              <a:cxnLst/>
              <a:rect l="l" t="t" r="r" b="b"/>
              <a:pathLst>
                <a:path w="1844675" h="1078864">
                  <a:moveTo>
                    <a:pt x="0" y="539495"/>
                  </a:moveTo>
                  <a:lnTo>
                    <a:pt x="7747" y="469137"/>
                  </a:lnTo>
                  <a:lnTo>
                    <a:pt x="30480" y="401574"/>
                  </a:lnTo>
                  <a:lnTo>
                    <a:pt x="67056" y="337311"/>
                  </a:lnTo>
                  <a:lnTo>
                    <a:pt x="90170" y="306577"/>
                  </a:lnTo>
                  <a:lnTo>
                    <a:pt x="116459" y="276859"/>
                  </a:lnTo>
                  <a:lnTo>
                    <a:pt x="145796" y="248284"/>
                  </a:lnTo>
                  <a:lnTo>
                    <a:pt x="177927" y="220852"/>
                  </a:lnTo>
                  <a:lnTo>
                    <a:pt x="212852" y="194690"/>
                  </a:lnTo>
                  <a:lnTo>
                    <a:pt x="250444" y="169925"/>
                  </a:lnTo>
                  <a:lnTo>
                    <a:pt x="290449" y="146430"/>
                  </a:lnTo>
                  <a:lnTo>
                    <a:pt x="332994" y="124459"/>
                  </a:lnTo>
                  <a:lnTo>
                    <a:pt x="377698" y="104139"/>
                  </a:lnTo>
                  <a:lnTo>
                    <a:pt x="424434" y="85216"/>
                  </a:lnTo>
                  <a:lnTo>
                    <a:pt x="473329" y="68199"/>
                  </a:lnTo>
                  <a:lnTo>
                    <a:pt x="524129" y="52704"/>
                  </a:lnTo>
                  <a:lnTo>
                    <a:pt x="576580" y="39242"/>
                  </a:lnTo>
                  <a:lnTo>
                    <a:pt x="630809" y="27558"/>
                  </a:lnTo>
                  <a:lnTo>
                    <a:pt x="686562" y="17779"/>
                  </a:lnTo>
                  <a:lnTo>
                    <a:pt x="743712" y="10159"/>
                  </a:lnTo>
                  <a:lnTo>
                    <a:pt x="802132" y="4572"/>
                  </a:lnTo>
                  <a:lnTo>
                    <a:pt x="861695" y="1142"/>
                  </a:lnTo>
                  <a:lnTo>
                    <a:pt x="922274" y="0"/>
                  </a:lnTo>
                  <a:lnTo>
                    <a:pt x="982980" y="1142"/>
                  </a:lnTo>
                  <a:lnTo>
                    <a:pt x="1042543" y="4572"/>
                  </a:lnTo>
                  <a:lnTo>
                    <a:pt x="1100963" y="10159"/>
                  </a:lnTo>
                  <a:lnTo>
                    <a:pt x="1158113" y="17779"/>
                  </a:lnTo>
                  <a:lnTo>
                    <a:pt x="1213866" y="27558"/>
                  </a:lnTo>
                  <a:lnTo>
                    <a:pt x="1267968" y="39242"/>
                  </a:lnTo>
                  <a:lnTo>
                    <a:pt x="1320546" y="52704"/>
                  </a:lnTo>
                  <a:lnTo>
                    <a:pt x="1371346" y="68199"/>
                  </a:lnTo>
                  <a:lnTo>
                    <a:pt x="1420241" y="85216"/>
                  </a:lnTo>
                  <a:lnTo>
                    <a:pt x="1466977" y="104139"/>
                  </a:lnTo>
                  <a:lnTo>
                    <a:pt x="1511681" y="124459"/>
                  </a:lnTo>
                  <a:lnTo>
                    <a:pt x="1554226" y="146430"/>
                  </a:lnTo>
                  <a:lnTo>
                    <a:pt x="1594231" y="169925"/>
                  </a:lnTo>
                  <a:lnTo>
                    <a:pt x="1631823" y="194690"/>
                  </a:lnTo>
                  <a:lnTo>
                    <a:pt x="1666748" y="220852"/>
                  </a:lnTo>
                  <a:lnTo>
                    <a:pt x="1698879" y="248284"/>
                  </a:lnTo>
                  <a:lnTo>
                    <a:pt x="1728216" y="276859"/>
                  </a:lnTo>
                  <a:lnTo>
                    <a:pt x="1754505" y="306577"/>
                  </a:lnTo>
                  <a:lnTo>
                    <a:pt x="1777746" y="337311"/>
                  </a:lnTo>
                  <a:lnTo>
                    <a:pt x="1814322" y="401574"/>
                  </a:lnTo>
                  <a:lnTo>
                    <a:pt x="1836927" y="469137"/>
                  </a:lnTo>
                  <a:lnTo>
                    <a:pt x="1844675" y="539495"/>
                  </a:lnTo>
                  <a:lnTo>
                    <a:pt x="1842770" y="574928"/>
                  </a:lnTo>
                  <a:lnTo>
                    <a:pt x="1827402" y="644016"/>
                  </a:lnTo>
                  <a:lnTo>
                    <a:pt x="1797685" y="709929"/>
                  </a:lnTo>
                  <a:lnTo>
                    <a:pt x="1754505" y="772413"/>
                  </a:lnTo>
                  <a:lnTo>
                    <a:pt x="1728216" y="802004"/>
                  </a:lnTo>
                  <a:lnTo>
                    <a:pt x="1698879" y="830579"/>
                  </a:lnTo>
                  <a:lnTo>
                    <a:pt x="1666748" y="858011"/>
                  </a:lnTo>
                  <a:lnTo>
                    <a:pt x="1631823" y="884174"/>
                  </a:lnTo>
                  <a:lnTo>
                    <a:pt x="1594231" y="908938"/>
                  </a:lnTo>
                  <a:lnTo>
                    <a:pt x="1554226" y="932433"/>
                  </a:lnTo>
                  <a:lnTo>
                    <a:pt x="1511681" y="954404"/>
                  </a:lnTo>
                  <a:lnTo>
                    <a:pt x="1466977" y="974725"/>
                  </a:lnTo>
                  <a:lnTo>
                    <a:pt x="1420241" y="993648"/>
                  </a:lnTo>
                  <a:lnTo>
                    <a:pt x="1371346" y="1010792"/>
                  </a:lnTo>
                  <a:lnTo>
                    <a:pt x="1320546" y="1026159"/>
                  </a:lnTo>
                  <a:lnTo>
                    <a:pt x="1267968" y="1039622"/>
                  </a:lnTo>
                  <a:lnTo>
                    <a:pt x="1213866" y="1051305"/>
                  </a:lnTo>
                  <a:lnTo>
                    <a:pt x="1158113" y="1061084"/>
                  </a:lnTo>
                  <a:lnTo>
                    <a:pt x="1100963" y="1068704"/>
                  </a:lnTo>
                  <a:lnTo>
                    <a:pt x="1042543" y="1074292"/>
                  </a:lnTo>
                  <a:lnTo>
                    <a:pt x="982980" y="1077722"/>
                  </a:lnTo>
                  <a:lnTo>
                    <a:pt x="922274" y="1078864"/>
                  </a:lnTo>
                  <a:lnTo>
                    <a:pt x="861695" y="1077722"/>
                  </a:lnTo>
                  <a:lnTo>
                    <a:pt x="802132" y="1074292"/>
                  </a:lnTo>
                  <a:lnTo>
                    <a:pt x="743712" y="1068704"/>
                  </a:lnTo>
                  <a:lnTo>
                    <a:pt x="686562" y="1061084"/>
                  </a:lnTo>
                  <a:lnTo>
                    <a:pt x="630809" y="1051305"/>
                  </a:lnTo>
                  <a:lnTo>
                    <a:pt x="576580" y="1039622"/>
                  </a:lnTo>
                  <a:lnTo>
                    <a:pt x="524129" y="1026159"/>
                  </a:lnTo>
                  <a:lnTo>
                    <a:pt x="473329" y="1010792"/>
                  </a:lnTo>
                  <a:lnTo>
                    <a:pt x="424434" y="993648"/>
                  </a:lnTo>
                  <a:lnTo>
                    <a:pt x="377698" y="974725"/>
                  </a:lnTo>
                  <a:lnTo>
                    <a:pt x="332994" y="954404"/>
                  </a:lnTo>
                  <a:lnTo>
                    <a:pt x="290449" y="932433"/>
                  </a:lnTo>
                  <a:lnTo>
                    <a:pt x="250444" y="908938"/>
                  </a:lnTo>
                  <a:lnTo>
                    <a:pt x="212852" y="884174"/>
                  </a:lnTo>
                  <a:lnTo>
                    <a:pt x="177927" y="858011"/>
                  </a:lnTo>
                  <a:lnTo>
                    <a:pt x="145796" y="830579"/>
                  </a:lnTo>
                  <a:lnTo>
                    <a:pt x="116459" y="802004"/>
                  </a:lnTo>
                  <a:lnTo>
                    <a:pt x="90170" y="772413"/>
                  </a:lnTo>
                  <a:lnTo>
                    <a:pt x="67056" y="741679"/>
                  </a:lnTo>
                  <a:lnTo>
                    <a:pt x="30480" y="677417"/>
                  </a:lnTo>
                  <a:lnTo>
                    <a:pt x="7747" y="609853"/>
                  </a:lnTo>
                  <a:lnTo>
                    <a:pt x="0" y="539495"/>
                  </a:lnTo>
                  <a:close/>
                </a:path>
              </a:pathLst>
            </a:custGeom>
            <a:ln w="381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90344" y="3146043"/>
              <a:ext cx="3274313" cy="57988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62527" y="2710167"/>
              <a:ext cx="360413" cy="4579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2241" y="2688716"/>
              <a:ext cx="356235" cy="4521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00125" y="4068571"/>
              <a:ext cx="5220970" cy="1397635"/>
            </a:xfrm>
            <a:custGeom>
              <a:avLst/>
              <a:gdLst/>
              <a:ahLst/>
              <a:cxnLst/>
              <a:rect l="l" t="t" r="r" b="b"/>
              <a:pathLst>
                <a:path w="5220970" h="1397635">
                  <a:moveTo>
                    <a:pt x="5030089" y="0"/>
                  </a:moveTo>
                  <a:lnTo>
                    <a:pt x="1339595" y="0"/>
                  </a:lnTo>
                  <a:lnTo>
                    <a:pt x="0" y="1368297"/>
                  </a:lnTo>
                  <a:lnTo>
                    <a:pt x="12331" y="1397634"/>
                  </a:lnTo>
                  <a:lnTo>
                    <a:pt x="3880866" y="1397634"/>
                  </a:lnTo>
                  <a:lnTo>
                    <a:pt x="3922287" y="1355343"/>
                  </a:lnTo>
                  <a:lnTo>
                    <a:pt x="85648" y="1355343"/>
                  </a:lnTo>
                  <a:lnTo>
                    <a:pt x="81546" y="1345564"/>
                  </a:lnTo>
                  <a:lnTo>
                    <a:pt x="132092" y="1293875"/>
                  </a:lnTo>
                  <a:lnTo>
                    <a:pt x="157873" y="1293875"/>
                  </a:lnTo>
                  <a:lnTo>
                    <a:pt x="157873" y="1270634"/>
                  </a:lnTo>
                  <a:lnTo>
                    <a:pt x="154889" y="1270634"/>
                  </a:lnTo>
                  <a:lnTo>
                    <a:pt x="1357376" y="42290"/>
                  </a:lnTo>
                  <a:lnTo>
                    <a:pt x="5030089" y="42290"/>
                  </a:lnTo>
                  <a:lnTo>
                    <a:pt x="5030089" y="0"/>
                  </a:lnTo>
                  <a:close/>
                </a:path>
                <a:path w="5220970" h="1397635">
                  <a:moveTo>
                    <a:pt x="140068" y="1312925"/>
                  </a:moveTo>
                  <a:lnTo>
                    <a:pt x="122313" y="1312925"/>
                  </a:lnTo>
                  <a:lnTo>
                    <a:pt x="128536" y="1327784"/>
                  </a:lnTo>
                  <a:lnTo>
                    <a:pt x="122313" y="1334134"/>
                  </a:lnTo>
                  <a:lnTo>
                    <a:pt x="151968" y="1334134"/>
                  </a:lnTo>
                  <a:lnTo>
                    <a:pt x="149872" y="1336293"/>
                  </a:lnTo>
                  <a:lnTo>
                    <a:pt x="157873" y="1355343"/>
                  </a:lnTo>
                  <a:lnTo>
                    <a:pt x="157873" y="1315084"/>
                  </a:lnTo>
                  <a:lnTo>
                    <a:pt x="140969" y="1315084"/>
                  </a:lnTo>
                  <a:lnTo>
                    <a:pt x="140068" y="1312925"/>
                  </a:lnTo>
                  <a:close/>
                </a:path>
                <a:path w="5220970" h="1397635">
                  <a:moveTo>
                    <a:pt x="5138928" y="0"/>
                  </a:moveTo>
                  <a:lnTo>
                    <a:pt x="5030089" y="0"/>
                  </a:lnTo>
                  <a:lnTo>
                    <a:pt x="5030089" y="42290"/>
                  </a:lnTo>
                  <a:lnTo>
                    <a:pt x="5009261" y="63500"/>
                  </a:lnTo>
                  <a:lnTo>
                    <a:pt x="1366266" y="63500"/>
                  </a:lnTo>
                  <a:lnTo>
                    <a:pt x="184480" y="1270634"/>
                  </a:lnTo>
                  <a:lnTo>
                    <a:pt x="157873" y="1270634"/>
                  </a:lnTo>
                  <a:lnTo>
                    <a:pt x="157873" y="1355343"/>
                  </a:lnTo>
                  <a:lnTo>
                    <a:pt x="190398" y="1355343"/>
                  </a:lnTo>
                  <a:lnTo>
                    <a:pt x="211162" y="1334134"/>
                  </a:lnTo>
                  <a:lnTo>
                    <a:pt x="3854196" y="1334134"/>
                  </a:lnTo>
                  <a:lnTo>
                    <a:pt x="5035931" y="126999"/>
                  </a:lnTo>
                  <a:lnTo>
                    <a:pt x="5065522" y="126999"/>
                  </a:lnTo>
                  <a:lnTo>
                    <a:pt x="5065522" y="49402"/>
                  </a:lnTo>
                  <a:lnTo>
                    <a:pt x="5062601" y="42290"/>
                  </a:lnTo>
                  <a:lnTo>
                    <a:pt x="5138928" y="42290"/>
                  </a:lnTo>
                  <a:lnTo>
                    <a:pt x="5138928" y="0"/>
                  </a:lnTo>
                  <a:close/>
                </a:path>
                <a:path w="5220970" h="1397635">
                  <a:moveTo>
                    <a:pt x="5065522" y="49402"/>
                  </a:moveTo>
                  <a:lnTo>
                    <a:pt x="5065522" y="126999"/>
                  </a:lnTo>
                  <a:lnTo>
                    <a:pt x="3863086" y="1355343"/>
                  </a:lnTo>
                  <a:lnTo>
                    <a:pt x="3922287" y="1355343"/>
                  </a:lnTo>
                  <a:lnTo>
                    <a:pt x="5147588" y="103758"/>
                  </a:lnTo>
                  <a:lnTo>
                    <a:pt x="5088382" y="103758"/>
                  </a:lnTo>
                  <a:lnTo>
                    <a:pt x="5080381" y="84708"/>
                  </a:lnTo>
                  <a:lnTo>
                    <a:pt x="5077460" y="84708"/>
                  </a:lnTo>
                  <a:lnTo>
                    <a:pt x="5079492" y="82550"/>
                  </a:lnTo>
                  <a:lnTo>
                    <a:pt x="5097256" y="82550"/>
                  </a:lnTo>
                  <a:lnTo>
                    <a:pt x="5091938" y="69850"/>
                  </a:lnTo>
                  <a:lnTo>
                    <a:pt x="5098161" y="63500"/>
                  </a:lnTo>
                  <a:lnTo>
                    <a:pt x="5068443" y="63500"/>
                  </a:lnTo>
                  <a:lnTo>
                    <a:pt x="5070602" y="61340"/>
                  </a:lnTo>
                  <a:lnTo>
                    <a:pt x="5065522" y="49402"/>
                  </a:lnTo>
                  <a:close/>
                </a:path>
                <a:path w="5220970" h="1397635">
                  <a:moveTo>
                    <a:pt x="148971" y="1334134"/>
                  </a:moveTo>
                  <a:lnTo>
                    <a:pt x="131190" y="1334134"/>
                  </a:lnTo>
                  <a:lnTo>
                    <a:pt x="137426" y="1348993"/>
                  </a:lnTo>
                  <a:lnTo>
                    <a:pt x="149872" y="1336293"/>
                  </a:lnTo>
                  <a:lnTo>
                    <a:pt x="148971" y="1334134"/>
                  </a:lnTo>
                  <a:close/>
                </a:path>
                <a:path w="5220970" h="1397635">
                  <a:moveTo>
                    <a:pt x="157873" y="1293875"/>
                  </a:moveTo>
                  <a:lnTo>
                    <a:pt x="132092" y="1293875"/>
                  </a:lnTo>
                  <a:lnTo>
                    <a:pt x="140068" y="1312925"/>
                  </a:lnTo>
                  <a:lnTo>
                    <a:pt x="143065" y="1312925"/>
                  </a:lnTo>
                  <a:lnTo>
                    <a:pt x="140969" y="1315084"/>
                  </a:lnTo>
                  <a:lnTo>
                    <a:pt x="157873" y="1315084"/>
                  </a:lnTo>
                  <a:lnTo>
                    <a:pt x="157873" y="1293875"/>
                  </a:lnTo>
                  <a:close/>
                </a:path>
                <a:path w="5220970" h="1397635">
                  <a:moveTo>
                    <a:pt x="5208143" y="0"/>
                  </a:moveTo>
                  <a:lnTo>
                    <a:pt x="5138928" y="0"/>
                  </a:lnTo>
                  <a:lnTo>
                    <a:pt x="5138928" y="52069"/>
                  </a:lnTo>
                  <a:lnTo>
                    <a:pt x="5088382" y="103758"/>
                  </a:lnTo>
                  <a:lnTo>
                    <a:pt x="5147588" y="103758"/>
                  </a:lnTo>
                  <a:lnTo>
                    <a:pt x="5220462" y="29336"/>
                  </a:lnTo>
                  <a:lnTo>
                    <a:pt x="5208143" y="0"/>
                  </a:lnTo>
                  <a:close/>
                </a:path>
                <a:path w="5220970" h="1397635">
                  <a:moveTo>
                    <a:pt x="5097256" y="82550"/>
                  </a:moveTo>
                  <a:lnTo>
                    <a:pt x="5079492" y="82550"/>
                  </a:lnTo>
                  <a:lnTo>
                    <a:pt x="5080381" y="84708"/>
                  </a:lnTo>
                  <a:lnTo>
                    <a:pt x="5098161" y="84708"/>
                  </a:lnTo>
                  <a:lnTo>
                    <a:pt x="5097256" y="82550"/>
                  </a:lnTo>
                  <a:close/>
                </a:path>
                <a:path w="5220970" h="1397635">
                  <a:moveTo>
                    <a:pt x="5083048" y="48640"/>
                  </a:moveTo>
                  <a:lnTo>
                    <a:pt x="5070602" y="61340"/>
                  </a:lnTo>
                  <a:lnTo>
                    <a:pt x="5071491" y="63500"/>
                  </a:lnTo>
                  <a:lnTo>
                    <a:pt x="5089271" y="63500"/>
                  </a:lnTo>
                  <a:lnTo>
                    <a:pt x="5083048" y="48640"/>
                  </a:lnTo>
                  <a:close/>
                </a:path>
                <a:path w="5220970" h="1397635">
                  <a:moveTo>
                    <a:pt x="5138928" y="42290"/>
                  </a:moveTo>
                  <a:lnTo>
                    <a:pt x="5134864" y="42290"/>
                  </a:lnTo>
                  <a:lnTo>
                    <a:pt x="5138928" y="52069"/>
                  </a:lnTo>
                  <a:lnTo>
                    <a:pt x="5138928" y="4229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2527" y="3703827"/>
              <a:ext cx="360413" cy="45491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52241" y="3679951"/>
              <a:ext cx="356235" cy="4521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1383" y="7138897"/>
              <a:ext cx="1887473" cy="73840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00527" y="7126731"/>
              <a:ext cx="1844675" cy="705485"/>
            </a:xfrm>
            <a:custGeom>
              <a:avLst/>
              <a:gdLst/>
              <a:ahLst/>
              <a:cxnLst/>
              <a:rect l="l" t="t" r="r" b="b"/>
              <a:pathLst>
                <a:path w="1844675" h="705484">
                  <a:moveTo>
                    <a:pt x="922274" y="0"/>
                  </a:moveTo>
                  <a:lnTo>
                    <a:pt x="856488" y="888"/>
                  </a:lnTo>
                  <a:lnTo>
                    <a:pt x="791845" y="3555"/>
                  </a:lnTo>
                  <a:lnTo>
                    <a:pt x="728599" y="7747"/>
                  </a:lnTo>
                  <a:lnTo>
                    <a:pt x="667004" y="13715"/>
                  </a:lnTo>
                  <a:lnTo>
                    <a:pt x="607060" y="21209"/>
                  </a:lnTo>
                  <a:lnTo>
                    <a:pt x="549021" y="30099"/>
                  </a:lnTo>
                  <a:lnTo>
                    <a:pt x="493014" y="40512"/>
                  </a:lnTo>
                  <a:lnTo>
                    <a:pt x="439166" y="52197"/>
                  </a:lnTo>
                  <a:lnTo>
                    <a:pt x="387604" y="65277"/>
                  </a:lnTo>
                  <a:lnTo>
                    <a:pt x="338709" y="79628"/>
                  </a:lnTo>
                  <a:lnTo>
                    <a:pt x="292354" y="95123"/>
                  </a:lnTo>
                  <a:lnTo>
                    <a:pt x="248793" y="111760"/>
                  </a:lnTo>
                  <a:lnTo>
                    <a:pt x="208153" y="129539"/>
                  </a:lnTo>
                  <a:lnTo>
                    <a:pt x="170688" y="148209"/>
                  </a:lnTo>
                  <a:lnTo>
                    <a:pt x="136525" y="167893"/>
                  </a:lnTo>
                  <a:lnTo>
                    <a:pt x="78740" y="209930"/>
                  </a:lnTo>
                  <a:lnTo>
                    <a:pt x="35814" y="255015"/>
                  </a:lnTo>
                  <a:lnTo>
                    <a:pt x="9144" y="302767"/>
                  </a:lnTo>
                  <a:lnTo>
                    <a:pt x="0" y="352678"/>
                  </a:lnTo>
                  <a:lnTo>
                    <a:pt x="2286" y="377825"/>
                  </a:lnTo>
                  <a:lnTo>
                    <a:pt x="20447" y="426719"/>
                  </a:lnTo>
                  <a:lnTo>
                    <a:pt x="55372" y="473328"/>
                  </a:lnTo>
                  <a:lnTo>
                    <a:pt x="105791" y="516889"/>
                  </a:lnTo>
                  <a:lnTo>
                    <a:pt x="170688" y="557149"/>
                  </a:lnTo>
                  <a:lnTo>
                    <a:pt x="208153" y="575944"/>
                  </a:lnTo>
                  <a:lnTo>
                    <a:pt x="248793" y="593725"/>
                  </a:lnTo>
                  <a:lnTo>
                    <a:pt x="292354" y="610362"/>
                  </a:lnTo>
                  <a:lnTo>
                    <a:pt x="338709" y="625856"/>
                  </a:lnTo>
                  <a:lnTo>
                    <a:pt x="387604" y="640207"/>
                  </a:lnTo>
                  <a:lnTo>
                    <a:pt x="439166" y="653288"/>
                  </a:lnTo>
                  <a:lnTo>
                    <a:pt x="493014" y="664971"/>
                  </a:lnTo>
                  <a:lnTo>
                    <a:pt x="549021" y="675385"/>
                  </a:lnTo>
                  <a:lnTo>
                    <a:pt x="607060" y="684276"/>
                  </a:lnTo>
                  <a:lnTo>
                    <a:pt x="667004" y="691769"/>
                  </a:lnTo>
                  <a:lnTo>
                    <a:pt x="728599" y="697738"/>
                  </a:lnTo>
                  <a:lnTo>
                    <a:pt x="791845" y="701928"/>
                  </a:lnTo>
                  <a:lnTo>
                    <a:pt x="856488" y="704595"/>
                  </a:lnTo>
                  <a:lnTo>
                    <a:pt x="922274" y="705484"/>
                  </a:lnTo>
                  <a:lnTo>
                    <a:pt x="988187" y="704595"/>
                  </a:lnTo>
                  <a:lnTo>
                    <a:pt x="1052830" y="701928"/>
                  </a:lnTo>
                  <a:lnTo>
                    <a:pt x="1115949" y="697738"/>
                  </a:lnTo>
                  <a:lnTo>
                    <a:pt x="1177671" y="691769"/>
                  </a:lnTo>
                  <a:lnTo>
                    <a:pt x="1237614" y="684276"/>
                  </a:lnTo>
                  <a:lnTo>
                    <a:pt x="1295654" y="675385"/>
                  </a:lnTo>
                  <a:lnTo>
                    <a:pt x="1351661" y="664971"/>
                  </a:lnTo>
                  <a:lnTo>
                    <a:pt x="1405509" y="653288"/>
                  </a:lnTo>
                  <a:lnTo>
                    <a:pt x="1457071" y="640207"/>
                  </a:lnTo>
                  <a:lnTo>
                    <a:pt x="1505966" y="625856"/>
                  </a:lnTo>
                  <a:lnTo>
                    <a:pt x="1552321" y="610362"/>
                  </a:lnTo>
                  <a:lnTo>
                    <a:pt x="1595882" y="593725"/>
                  </a:lnTo>
                  <a:lnTo>
                    <a:pt x="1636522" y="575944"/>
                  </a:lnTo>
                  <a:lnTo>
                    <a:pt x="1673987" y="557149"/>
                  </a:lnTo>
                  <a:lnTo>
                    <a:pt x="1708150" y="537463"/>
                  </a:lnTo>
                  <a:lnTo>
                    <a:pt x="1765935" y="495426"/>
                  </a:lnTo>
                  <a:lnTo>
                    <a:pt x="1808861" y="450341"/>
                  </a:lnTo>
                  <a:lnTo>
                    <a:pt x="1835531" y="402589"/>
                  </a:lnTo>
                  <a:lnTo>
                    <a:pt x="1844675" y="352678"/>
                  </a:lnTo>
                  <a:lnTo>
                    <a:pt x="1842389" y="327532"/>
                  </a:lnTo>
                  <a:lnTo>
                    <a:pt x="1824355" y="278638"/>
                  </a:lnTo>
                  <a:lnTo>
                    <a:pt x="1789430" y="232155"/>
                  </a:lnTo>
                  <a:lnTo>
                    <a:pt x="1738884" y="188594"/>
                  </a:lnTo>
                  <a:lnTo>
                    <a:pt x="1673987" y="148209"/>
                  </a:lnTo>
                  <a:lnTo>
                    <a:pt x="1636522" y="129539"/>
                  </a:lnTo>
                  <a:lnTo>
                    <a:pt x="1595882" y="111760"/>
                  </a:lnTo>
                  <a:lnTo>
                    <a:pt x="1552321" y="95123"/>
                  </a:lnTo>
                  <a:lnTo>
                    <a:pt x="1505966" y="79628"/>
                  </a:lnTo>
                  <a:lnTo>
                    <a:pt x="1457071" y="65277"/>
                  </a:lnTo>
                  <a:lnTo>
                    <a:pt x="1405509" y="52197"/>
                  </a:lnTo>
                  <a:lnTo>
                    <a:pt x="1351661" y="40512"/>
                  </a:lnTo>
                  <a:lnTo>
                    <a:pt x="1295654" y="30099"/>
                  </a:lnTo>
                  <a:lnTo>
                    <a:pt x="1237614" y="21209"/>
                  </a:lnTo>
                  <a:lnTo>
                    <a:pt x="1177671" y="13715"/>
                  </a:lnTo>
                  <a:lnTo>
                    <a:pt x="1115949" y="7747"/>
                  </a:lnTo>
                  <a:lnTo>
                    <a:pt x="1052830" y="3555"/>
                  </a:lnTo>
                  <a:lnTo>
                    <a:pt x="988187" y="888"/>
                  </a:lnTo>
                  <a:lnTo>
                    <a:pt x="922274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00527" y="7126731"/>
              <a:ext cx="1844675" cy="705485"/>
            </a:xfrm>
            <a:custGeom>
              <a:avLst/>
              <a:gdLst/>
              <a:ahLst/>
              <a:cxnLst/>
              <a:rect l="l" t="t" r="r" b="b"/>
              <a:pathLst>
                <a:path w="1844675" h="705484">
                  <a:moveTo>
                    <a:pt x="0" y="352678"/>
                  </a:moveTo>
                  <a:lnTo>
                    <a:pt x="9144" y="302767"/>
                  </a:lnTo>
                  <a:lnTo>
                    <a:pt x="35814" y="255015"/>
                  </a:lnTo>
                  <a:lnTo>
                    <a:pt x="78740" y="209930"/>
                  </a:lnTo>
                  <a:lnTo>
                    <a:pt x="136525" y="167893"/>
                  </a:lnTo>
                  <a:lnTo>
                    <a:pt x="170688" y="148209"/>
                  </a:lnTo>
                  <a:lnTo>
                    <a:pt x="208153" y="129539"/>
                  </a:lnTo>
                  <a:lnTo>
                    <a:pt x="248793" y="111760"/>
                  </a:lnTo>
                  <a:lnTo>
                    <a:pt x="292354" y="95123"/>
                  </a:lnTo>
                  <a:lnTo>
                    <a:pt x="338709" y="79628"/>
                  </a:lnTo>
                  <a:lnTo>
                    <a:pt x="387604" y="65277"/>
                  </a:lnTo>
                  <a:lnTo>
                    <a:pt x="439166" y="52197"/>
                  </a:lnTo>
                  <a:lnTo>
                    <a:pt x="493014" y="40512"/>
                  </a:lnTo>
                  <a:lnTo>
                    <a:pt x="549021" y="30099"/>
                  </a:lnTo>
                  <a:lnTo>
                    <a:pt x="607060" y="21209"/>
                  </a:lnTo>
                  <a:lnTo>
                    <a:pt x="667004" y="13715"/>
                  </a:lnTo>
                  <a:lnTo>
                    <a:pt x="728599" y="7747"/>
                  </a:lnTo>
                  <a:lnTo>
                    <a:pt x="791845" y="3555"/>
                  </a:lnTo>
                  <a:lnTo>
                    <a:pt x="856488" y="888"/>
                  </a:lnTo>
                  <a:lnTo>
                    <a:pt x="922274" y="0"/>
                  </a:lnTo>
                  <a:lnTo>
                    <a:pt x="988187" y="888"/>
                  </a:lnTo>
                  <a:lnTo>
                    <a:pt x="1052830" y="3555"/>
                  </a:lnTo>
                  <a:lnTo>
                    <a:pt x="1115949" y="7747"/>
                  </a:lnTo>
                  <a:lnTo>
                    <a:pt x="1177671" y="13715"/>
                  </a:lnTo>
                  <a:lnTo>
                    <a:pt x="1237614" y="21209"/>
                  </a:lnTo>
                  <a:lnTo>
                    <a:pt x="1295654" y="30099"/>
                  </a:lnTo>
                  <a:lnTo>
                    <a:pt x="1351661" y="40512"/>
                  </a:lnTo>
                  <a:lnTo>
                    <a:pt x="1405509" y="52197"/>
                  </a:lnTo>
                  <a:lnTo>
                    <a:pt x="1457071" y="65277"/>
                  </a:lnTo>
                  <a:lnTo>
                    <a:pt x="1505966" y="79628"/>
                  </a:lnTo>
                  <a:lnTo>
                    <a:pt x="1552321" y="95123"/>
                  </a:lnTo>
                  <a:lnTo>
                    <a:pt x="1595882" y="111760"/>
                  </a:lnTo>
                  <a:lnTo>
                    <a:pt x="1636522" y="129539"/>
                  </a:lnTo>
                  <a:lnTo>
                    <a:pt x="1673987" y="148209"/>
                  </a:lnTo>
                  <a:lnTo>
                    <a:pt x="1708150" y="167893"/>
                  </a:lnTo>
                  <a:lnTo>
                    <a:pt x="1765935" y="209930"/>
                  </a:lnTo>
                  <a:lnTo>
                    <a:pt x="1808861" y="255015"/>
                  </a:lnTo>
                  <a:lnTo>
                    <a:pt x="1835531" y="302767"/>
                  </a:lnTo>
                  <a:lnTo>
                    <a:pt x="1844675" y="352678"/>
                  </a:lnTo>
                  <a:lnTo>
                    <a:pt x="1842389" y="377825"/>
                  </a:lnTo>
                  <a:lnTo>
                    <a:pt x="1824355" y="426719"/>
                  </a:lnTo>
                  <a:lnTo>
                    <a:pt x="1789430" y="473328"/>
                  </a:lnTo>
                  <a:lnTo>
                    <a:pt x="1738884" y="516889"/>
                  </a:lnTo>
                  <a:lnTo>
                    <a:pt x="1673987" y="557149"/>
                  </a:lnTo>
                  <a:lnTo>
                    <a:pt x="1636522" y="575944"/>
                  </a:lnTo>
                  <a:lnTo>
                    <a:pt x="1595882" y="593725"/>
                  </a:lnTo>
                  <a:lnTo>
                    <a:pt x="1552321" y="610362"/>
                  </a:lnTo>
                  <a:lnTo>
                    <a:pt x="1505966" y="625856"/>
                  </a:lnTo>
                  <a:lnTo>
                    <a:pt x="1457071" y="640207"/>
                  </a:lnTo>
                  <a:lnTo>
                    <a:pt x="1405509" y="653288"/>
                  </a:lnTo>
                  <a:lnTo>
                    <a:pt x="1351661" y="664971"/>
                  </a:lnTo>
                  <a:lnTo>
                    <a:pt x="1295654" y="675385"/>
                  </a:lnTo>
                  <a:lnTo>
                    <a:pt x="1237614" y="684276"/>
                  </a:lnTo>
                  <a:lnTo>
                    <a:pt x="1177671" y="691769"/>
                  </a:lnTo>
                  <a:lnTo>
                    <a:pt x="1115949" y="697738"/>
                  </a:lnTo>
                  <a:lnTo>
                    <a:pt x="1052830" y="701928"/>
                  </a:lnTo>
                  <a:lnTo>
                    <a:pt x="988187" y="704595"/>
                  </a:lnTo>
                  <a:lnTo>
                    <a:pt x="922274" y="705484"/>
                  </a:lnTo>
                  <a:lnTo>
                    <a:pt x="856488" y="704595"/>
                  </a:lnTo>
                  <a:lnTo>
                    <a:pt x="791845" y="701928"/>
                  </a:lnTo>
                  <a:lnTo>
                    <a:pt x="728599" y="697738"/>
                  </a:lnTo>
                  <a:lnTo>
                    <a:pt x="667004" y="691769"/>
                  </a:lnTo>
                  <a:lnTo>
                    <a:pt x="607060" y="684276"/>
                  </a:lnTo>
                  <a:lnTo>
                    <a:pt x="549021" y="675385"/>
                  </a:lnTo>
                  <a:lnTo>
                    <a:pt x="493014" y="664971"/>
                  </a:lnTo>
                  <a:lnTo>
                    <a:pt x="439166" y="653288"/>
                  </a:lnTo>
                  <a:lnTo>
                    <a:pt x="387604" y="640207"/>
                  </a:lnTo>
                  <a:lnTo>
                    <a:pt x="338709" y="625856"/>
                  </a:lnTo>
                  <a:lnTo>
                    <a:pt x="292354" y="610362"/>
                  </a:lnTo>
                  <a:lnTo>
                    <a:pt x="248793" y="593725"/>
                  </a:lnTo>
                  <a:lnTo>
                    <a:pt x="208153" y="575944"/>
                  </a:lnTo>
                  <a:lnTo>
                    <a:pt x="170688" y="557149"/>
                  </a:lnTo>
                  <a:lnTo>
                    <a:pt x="136525" y="537463"/>
                  </a:lnTo>
                  <a:lnTo>
                    <a:pt x="78740" y="495426"/>
                  </a:lnTo>
                  <a:lnTo>
                    <a:pt x="35814" y="450341"/>
                  </a:lnTo>
                  <a:lnTo>
                    <a:pt x="9144" y="402589"/>
                  </a:lnTo>
                  <a:lnTo>
                    <a:pt x="0" y="352678"/>
                  </a:lnTo>
                  <a:close/>
                </a:path>
              </a:pathLst>
            </a:custGeom>
            <a:ln w="381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86127" y="5858763"/>
              <a:ext cx="3728466" cy="86029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62527" y="6696963"/>
              <a:ext cx="360413" cy="45491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52241" y="6673341"/>
              <a:ext cx="356235" cy="4521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62527" y="5425947"/>
              <a:ext cx="360413" cy="45491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52241" y="5402706"/>
              <a:ext cx="356235" cy="45212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582038" y="1307337"/>
            <a:ext cx="2324735" cy="1063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lr>
                <a:srgbClr val="1F1F1F"/>
              </a:buClr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600" b="1" u="heavy" spc="-1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FLOWCHART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420"/>
              </a:spcBef>
            </a:pPr>
            <a:r>
              <a:rPr sz="2200" spc="-10" dirty="0">
                <a:latin typeface="Calibri"/>
                <a:cs typeface="Calibri"/>
              </a:rPr>
              <a:t>Start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30220" y="4504740"/>
            <a:ext cx="2168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4845" marR="5080" indent="-652780">
              <a:lnSpc>
                <a:spcPct val="11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Send </a:t>
            </a:r>
            <a:r>
              <a:rPr sz="2000" spc="-5" dirty="0">
                <a:latin typeface="Calibri"/>
                <a:cs typeface="Calibri"/>
              </a:rPr>
              <a:t>message to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reciever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99535" y="7289418"/>
            <a:ext cx="45021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5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95272" y="5855715"/>
            <a:ext cx="3686175" cy="818515"/>
          </a:xfrm>
          <a:prstGeom prst="rect">
            <a:avLst/>
          </a:prstGeom>
          <a:solidFill>
            <a:srgbClr val="4470C4"/>
          </a:solidFill>
          <a:ln w="38100">
            <a:solidFill>
              <a:srgbClr val="F0F0F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336040" marR="113664" indent="-1207770">
              <a:lnSpc>
                <a:spcPts val="274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Read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message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sender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99488" y="3142995"/>
            <a:ext cx="3234055" cy="539115"/>
          </a:xfrm>
          <a:prstGeom prst="rect">
            <a:avLst/>
          </a:prstGeom>
          <a:solidFill>
            <a:srgbClr val="4470C4"/>
          </a:solidFill>
          <a:ln w="38100">
            <a:solidFill>
              <a:srgbClr val="F0F0F0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465"/>
              </a:spcBef>
            </a:pPr>
            <a:r>
              <a:rPr sz="2200" dirty="0">
                <a:latin typeface="Calibri"/>
                <a:cs typeface="Calibri"/>
              </a:rPr>
              <a:t>Write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message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36215" y="4999736"/>
            <a:ext cx="1830070" cy="1764030"/>
            <a:chOff x="2736215" y="4999736"/>
            <a:chExt cx="1830070" cy="1764030"/>
          </a:xfrm>
        </p:grpSpPr>
        <p:sp>
          <p:nvSpPr>
            <p:cNvPr id="3" name="object 3"/>
            <p:cNvSpPr/>
            <p:nvPr/>
          </p:nvSpPr>
          <p:spPr>
            <a:xfrm>
              <a:off x="2742565" y="5006085"/>
              <a:ext cx="1817370" cy="1751330"/>
            </a:xfrm>
            <a:custGeom>
              <a:avLst/>
              <a:gdLst/>
              <a:ahLst/>
              <a:cxnLst/>
              <a:rect l="l" t="t" r="r" b="b"/>
              <a:pathLst>
                <a:path w="1817370" h="1751329">
                  <a:moveTo>
                    <a:pt x="908685" y="0"/>
                  </a:moveTo>
                  <a:lnTo>
                    <a:pt x="860425" y="1270"/>
                  </a:lnTo>
                  <a:lnTo>
                    <a:pt x="812800" y="4825"/>
                  </a:lnTo>
                  <a:lnTo>
                    <a:pt x="765937" y="10795"/>
                  </a:lnTo>
                  <a:lnTo>
                    <a:pt x="719836" y="18923"/>
                  </a:lnTo>
                  <a:lnTo>
                    <a:pt x="674497" y="29337"/>
                  </a:lnTo>
                  <a:lnTo>
                    <a:pt x="630174" y="41910"/>
                  </a:lnTo>
                  <a:lnTo>
                    <a:pt x="586867" y="56514"/>
                  </a:lnTo>
                  <a:lnTo>
                    <a:pt x="544449" y="73151"/>
                  </a:lnTo>
                  <a:lnTo>
                    <a:pt x="503174" y="91821"/>
                  </a:lnTo>
                  <a:lnTo>
                    <a:pt x="463169" y="112395"/>
                  </a:lnTo>
                  <a:lnTo>
                    <a:pt x="424307" y="134747"/>
                  </a:lnTo>
                  <a:lnTo>
                    <a:pt x="386715" y="158876"/>
                  </a:lnTo>
                  <a:lnTo>
                    <a:pt x="350393" y="184785"/>
                  </a:lnTo>
                  <a:lnTo>
                    <a:pt x="315595" y="212217"/>
                  </a:lnTo>
                  <a:lnTo>
                    <a:pt x="282194" y="241426"/>
                  </a:lnTo>
                  <a:lnTo>
                    <a:pt x="250444" y="272034"/>
                  </a:lnTo>
                  <a:lnTo>
                    <a:pt x="220218" y="304164"/>
                  </a:lnTo>
                  <a:lnTo>
                    <a:pt x="191643" y="337820"/>
                  </a:lnTo>
                  <a:lnTo>
                    <a:pt x="164719" y="372745"/>
                  </a:lnTo>
                  <a:lnTo>
                    <a:pt x="139700" y="408939"/>
                  </a:lnTo>
                  <a:lnTo>
                    <a:pt x="116586" y="446405"/>
                  </a:lnTo>
                  <a:lnTo>
                    <a:pt x="95250" y="485013"/>
                  </a:lnTo>
                  <a:lnTo>
                    <a:pt x="75946" y="524763"/>
                  </a:lnTo>
                  <a:lnTo>
                    <a:pt x="58674" y="565531"/>
                  </a:lnTo>
                  <a:lnTo>
                    <a:pt x="43434" y="607313"/>
                  </a:lnTo>
                  <a:lnTo>
                    <a:pt x="30480" y="650113"/>
                  </a:lnTo>
                  <a:lnTo>
                    <a:pt x="19685" y="693674"/>
                  </a:lnTo>
                  <a:lnTo>
                    <a:pt x="11176" y="738124"/>
                  </a:lnTo>
                  <a:lnTo>
                    <a:pt x="4953" y="783336"/>
                  </a:lnTo>
                  <a:lnTo>
                    <a:pt x="1270" y="829183"/>
                  </a:lnTo>
                  <a:lnTo>
                    <a:pt x="0" y="875664"/>
                  </a:lnTo>
                  <a:lnTo>
                    <a:pt x="1270" y="922274"/>
                  </a:lnTo>
                  <a:lnTo>
                    <a:pt x="4953" y="968121"/>
                  </a:lnTo>
                  <a:lnTo>
                    <a:pt x="11176" y="1013333"/>
                  </a:lnTo>
                  <a:lnTo>
                    <a:pt x="19685" y="1057656"/>
                  </a:lnTo>
                  <a:lnTo>
                    <a:pt x="30480" y="1101344"/>
                  </a:lnTo>
                  <a:lnTo>
                    <a:pt x="43434" y="1144015"/>
                  </a:lnTo>
                  <a:lnTo>
                    <a:pt x="58674" y="1185799"/>
                  </a:lnTo>
                  <a:lnTo>
                    <a:pt x="75946" y="1226693"/>
                  </a:lnTo>
                  <a:lnTo>
                    <a:pt x="95250" y="1266444"/>
                  </a:lnTo>
                  <a:lnTo>
                    <a:pt x="116586" y="1305052"/>
                  </a:lnTo>
                  <a:lnTo>
                    <a:pt x="139700" y="1342517"/>
                  </a:lnTo>
                  <a:lnTo>
                    <a:pt x="164719" y="1378712"/>
                  </a:lnTo>
                  <a:lnTo>
                    <a:pt x="191643" y="1413637"/>
                  </a:lnTo>
                  <a:lnTo>
                    <a:pt x="220218" y="1447292"/>
                  </a:lnTo>
                  <a:lnTo>
                    <a:pt x="250444" y="1479423"/>
                  </a:lnTo>
                  <a:lnTo>
                    <a:pt x="282194" y="1510030"/>
                  </a:lnTo>
                  <a:lnTo>
                    <a:pt x="315595" y="1539113"/>
                  </a:lnTo>
                  <a:lnTo>
                    <a:pt x="350393" y="1566672"/>
                  </a:lnTo>
                  <a:lnTo>
                    <a:pt x="386715" y="1592580"/>
                  </a:lnTo>
                  <a:lnTo>
                    <a:pt x="424307" y="1616710"/>
                  </a:lnTo>
                  <a:lnTo>
                    <a:pt x="463169" y="1639062"/>
                  </a:lnTo>
                  <a:lnTo>
                    <a:pt x="503174" y="1659636"/>
                  </a:lnTo>
                  <a:lnTo>
                    <a:pt x="544449" y="1678177"/>
                  </a:lnTo>
                  <a:lnTo>
                    <a:pt x="586867" y="1694814"/>
                  </a:lnTo>
                  <a:lnTo>
                    <a:pt x="630174" y="1709547"/>
                  </a:lnTo>
                  <a:lnTo>
                    <a:pt x="674497" y="1721993"/>
                  </a:lnTo>
                  <a:lnTo>
                    <a:pt x="719836" y="1732407"/>
                  </a:lnTo>
                  <a:lnTo>
                    <a:pt x="765937" y="1740662"/>
                  </a:lnTo>
                  <a:lnTo>
                    <a:pt x="812800" y="1746503"/>
                  </a:lnTo>
                  <a:lnTo>
                    <a:pt x="860425" y="1750187"/>
                  </a:lnTo>
                  <a:lnTo>
                    <a:pt x="908685" y="1751330"/>
                  </a:lnTo>
                  <a:lnTo>
                    <a:pt x="956945" y="1750187"/>
                  </a:lnTo>
                  <a:lnTo>
                    <a:pt x="1004570" y="1746503"/>
                  </a:lnTo>
                  <a:lnTo>
                    <a:pt x="1051433" y="1740662"/>
                  </a:lnTo>
                  <a:lnTo>
                    <a:pt x="1097534" y="1732407"/>
                  </a:lnTo>
                  <a:lnTo>
                    <a:pt x="1142746" y="1721993"/>
                  </a:lnTo>
                  <a:lnTo>
                    <a:pt x="1187196" y="1709547"/>
                  </a:lnTo>
                  <a:lnTo>
                    <a:pt x="1230502" y="1694814"/>
                  </a:lnTo>
                  <a:lnTo>
                    <a:pt x="1272921" y="1678177"/>
                  </a:lnTo>
                  <a:lnTo>
                    <a:pt x="1314196" y="1659636"/>
                  </a:lnTo>
                  <a:lnTo>
                    <a:pt x="1354201" y="1639062"/>
                  </a:lnTo>
                  <a:lnTo>
                    <a:pt x="1393063" y="1616710"/>
                  </a:lnTo>
                  <a:lnTo>
                    <a:pt x="1430655" y="1592580"/>
                  </a:lnTo>
                  <a:lnTo>
                    <a:pt x="1466977" y="1566672"/>
                  </a:lnTo>
                  <a:lnTo>
                    <a:pt x="1501775" y="1539113"/>
                  </a:lnTo>
                  <a:lnTo>
                    <a:pt x="1535176" y="1510030"/>
                  </a:lnTo>
                  <a:lnTo>
                    <a:pt x="1566926" y="1479423"/>
                  </a:lnTo>
                  <a:lnTo>
                    <a:pt x="1597152" y="1447292"/>
                  </a:lnTo>
                  <a:lnTo>
                    <a:pt x="1625727" y="1413637"/>
                  </a:lnTo>
                  <a:lnTo>
                    <a:pt x="1652524" y="1378712"/>
                  </a:lnTo>
                  <a:lnTo>
                    <a:pt x="1677670" y="1342517"/>
                  </a:lnTo>
                  <a:lnTo>
                    <a:pt x="1700784" y="1305052"/>
                  </a:lnTo>
                  <a:lnTo>
                    <a:pt x="1722120" y="1266444"/>
                  </a:lnTo>
                  <a:lnTo>
                    <a:pt x="1741424" y="1226693"/>
                  </a:lnTo>
                  <a:lnTo>
                    <a:pt x="1758696" y="1185799"/>
                  </a:lnTo>
                  <a:lnTo>
                    <a:pt x="1773936" y="1144015"/>
                  </a:lnTo>
                  <a:lnTo>
                    <a:pt x="1786889" y="1101344"/>
                  </a:lnTo>
                  <a:lnTo>
                    <a:pt x="1797685" y="1057656"/>
                  </a:lnTo>
                  <a:lnTo>
                    <a:pt x="1806194" y="1013333"/>
                  </a:lnTo>
                  <a:lnTo>
                    <a:pt x="1812417" y="968121"/>
                  </a:lnTo>
                  <a:lnTo>
                    <a:pt x="1816100" y="922274"/>
                  </a:lnTo>
                  <a:lnTo>
                    <a:pt x="1817370" y="875664"/>
                  </a:lnTo>
                  <a:lnTo>
                    <a:pt x="1816100" y="829183"/>
                  </a:lnTo>
                  <a:lnTo>
                    <a:pt x="1812417" y="783336"/>
                  </a:lnTo>
                  <a:lnTo>
                    <a:pt x="1806194" y="738124"/>
                  </a:lnTo>
                  <a:lnTo>
                    <a:pt x="1797685" y="693674"/>
                  </a:lnTo>
                  <a:lnTo>
                    <a:pt x="1786889" y="650113"/>
                  </a:lnTo>
                  <a:lnTo>
                    <a:pt x="1773936" y="607313"/>
                  </a:lnTo>
                  <a:lnTo>
                    <a:pt x="1758696" y="565531"/>
                  </a:lnTo>
                  <a:lnTo>
                    <a:pt x="1741424" y="524763"/>
                  </a:lnTo>
                  <a:lnTo>
                    <a:pt x="1722120" y="485013"/>
                  </a:lnTo>
                  <a:lnTo>
                    <a:pt x="1700784" y="446405"/>
                  </a:lnTo>
                  <a:lnTo>
                    <a:pt x="1677670" y="408939"/>
                  </a:lnTo>
                  <a:lnTo>
                    <a:pt x="1652524" y="372745"/>
                  </a:lnTo>
                  <a:lnTo>
                    <a:pt x="1625727" y="337820"/>
                  </a:lnTo>
                  <a:lnTo>
                    <a:pt x="1597152" y="304164"/>
                  </a:lnTo>
                  <a:lnTo>
                    <a:pt x="1566926" y="272034"/>
                  </a:lnTo>
                  <a:lnTo>
                    <a:pt x="1535176" y="241426"/>
                  </a:lnTo>
                  <a:lnTo>
                    <a:pt x="1501775" y="212217"/>
                  </a:lnTo>
                  <a:lnTo>
                    <a:pt x="1466977" y="184785"/>
                  </a:lnTo>
                  <a:lnTo>
                    <a:pt x="1430655" y="158876"/>
                  </a:lnTo>
                  <a:lnTo>
                    <a:pt x="1393063" y="134747"/>
                  </a:lnTo>
                  <a:lnTo>
                    <a:pt x="1354201" y="112395"/>
                  </a:lnTo>
                  <a:lnTo>
                    <a:pt x="1314196" y="91821"/>
                  </a:lnTo>
                  <a:lnTo>
                    <a:pt x="1272921" y="73151"/>
                  </a:lnTo>
                  <a:lnTo>
                    <a:pt x="1230502" y="56514"/>
                  </a:lnTo>
                  <a:lnTo>
                    <a:pt x="1187196" y="41910"/>
                  </a:lnTo>
                  <a:lnTo>
                    <a:pt x="1142746" y="29337"/>
                  </a:lnTo>
                  <a:lnTo>
                    <a:pt x="1097534" y="18923"/>
                  </a:lnTo>
                  <a:lnTo>
                    <a:pt x="1051433" y="10795"/>
                  </a:lnTo>
                  <a:lnTo>
                    <a:pt x="1004570" y="4825"/>
                  </a:lnTo>
                  <a:lnTo>
                    <a:pt x="956945" y="1270"/>
                  </a:lnTo>
                  <a:lnTo>
                    <a:pt x="908685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42565" y="5006085"/>
              <a:ext cx="1817370" cy="1751330"/>
            </a:xfrm>
            <a:custGeom>
              <a:avLst/>
              <a:gdLst/>
              <a:ahLst/>
              <a:cxnLst/>
              <a:rect l="l" t="t" r="r" b="b"/>
              <a:pathLst>
                <a:path w="1817370" h="1751329">
                  <a:moveTo>
                    <a:pt x="0" y="875664"/>
                  </a:moveTo>
                  <a:lnTo>
                    <a:pt x="1270" y="829183"/>
                  </a:lnTo>
                  <a:lnTo>
                    <a:pt x="4953" y="783336"/>
                  </a:lnTo>
                  <a:lnTo>
                    <a:pt x="11176" y="738124"/>
                  </a:lnTo>
                  <a:lnTo>
                    <a:pt x="19685" y="693674"/>
                  </a:lnTo>
                  <a:lnTo>
                    <a:pt x="30480" y="650113"/>
                  </a:lnTo>
                  <a:lnTo>
                    <a:pt x="43434" y="607313"/>
                  </a:lnTo>
                  <a:lnTo>
                    <a:pt x="58674" y="565531"/>
                  </a:lnTo>
                  <a:lnTo>
                    <a:pt x="75946" y="524763"/>
                  </a:lnTo>
                  <a:lnTo>
                    <a:pt x="95250" y="485013"/>
                  </a:lnTo>
                  <a:lnTo>
                    <a:pt x="116586" y="446405"/>
                  </a:lnTo>
                  <a:lnTo>
                    <a:pt x="139700" y="408939"/>
                  </a:lnTo>
                  <a:lnTo>
                    <a:pt x="164719" y="372745"/>
                  </a:lnTo>
                  <a:lnTo>
                    <a:pt x="191643" y="337820"/>
                  </a:lnTo>
                  <a:lnTo>
                    <a:pt x="220218" y="304164"/>
                  </a:lnTo>
                  <a:lnTo>
                    <a:pt x="250444" y="272034"/>
                  </a:lnTo>
                  <a:lnTo>
                    <a:pt x="282194" y="241426"/>
                  </a:lnTo>
                  <a:lnTo>
                    <a:pt x="315595" y="212217"/>
                  </a:lnTo>
                  <a:lnTo>
                    <a:pt x="350393" y="184785"/>
                  </a:lnTo>
                  <a:lnTo>
                    <a:pt x="386715" y="158876"/>
                  </a:lnTo>
                  <a:lnTo>
                    <a:pt x="424307" y="134747"/>
                  </a:lnTo>
                  <a:lnTo>
                    <a:pt x="463169" y="112395"/>
                  </a:lnTo>
                  <a:lnTo>
                    <a:pt x="503174" y="91821"/>
                  </a:lnTo>
                  <a:lnTo>
                    <a:pt x="544449" y="73151"/>
                  </a:lnTo>
                  <a:lnTo>
                    <a:pt x="586867" y="56514"/>
                  </a:lnTo>
                  <a:lnTo>
                    <a:pt x="630174" y="41910"/>
                  </a:lnTo>
                  <a:lnTo>
                    <a:pt x="674497" y="29337"/>
                  </a:lnTo>
                  <a:lnTo>
                    <a:pt x="719836" y="18923"/>
                  </a:lnTo>
                  <a:lnTo>
                    <a:pt x="765937" y="10795"/>
                  </a:lnTo>
                  <a:lnTo>
                    <a:pt x="812800" y="4825"/>
                  </a:lnTo>
                  <a:lnTo>
                    <a:pt x="860425" y="1270"/>
                  </a:lnTo>
                  <a:lnTo>
                    <a:pt x="908685" y="0"/>
                  </a:lnTo>
                  <a:lnTo>
                    <a:pt x="956945" y="1270"/>
                  </a:lnTo>
                  <a:lnTo>
                    <a:pt x="1004570" y="4825"/>
                  </a:lnTo>
                  <a:lnTo>
                    <a:pt x="1051433" y="10795"/>
                  </a:lnTo>
                  <a:lnTo>
                    <a:pt x="1097534" y="18923"/>
                  </a:lnTo>
                  <a:lnTo>
                    <a:pt x="1142746" y="29337"/>
                  </a:lnTo>
                  <a:lnTo>
                    <a:pt x="1187196" y="41910"/>
                  </a:lnTo>
                  <a:lnTo>
                    <a:pt x="1230502" y="56514"/>
                  </a:lnTo>
                  <a:lnTo>
                    <a:pt x="1272921" y="73151"/>
                  </a:lnTo>
                  <a:lnTo>
                    <a:pt x="1314196" y="91821"/>
                  </a:lnTo>
                  <a:lnTo>
                    <a:pt x="1354201" y="112395"/>
                  </a:lnTo>
                  <a:lnTo>
                    <a:pt x="1393063" y="134747"/>
                  </a:lnTo>
                  <a:lnTo>
                    <a:pt x="1430655" y="158876"/>
                  </a:lnTo>
                  <a:lnTo>
                    <a:pt x="1466977" y="184785"/>
                  </a:lnTo>
                  <a:lnTo>
                    <a:pt x="1501775" y="212217"/>
                  </a:lnTo>
                  <a:lnTo>
                    <a:pt x="1535176" y="241426"/>
                  </a:lnTo>
                  <a:lnTo>
                    <a:pt x="1566926" y="272034"/>
                  </a:lnTo>
                  <a:lnTo>
                    <a:pt x="1597152" y="304164"/>
                  </a:lnTo>
                  <a:lnTo>
                    <a:pt x="1625727" y="337820"/>
                  </a:lnTo>
                  <a:lnTo>
                    <a:pt x="1652524" y="372745"/>
                  </a:lnTo>
                  <a:lnTo>
                    <a:pt x="1677670" y="408939"/>
                  </a:lnTo>
                  <a:lnTo>
                    <a:pt x="1700784" y="446405"/>
                  </a:lnTo>
                  <a:lnTo>
                    <a:pt x="1722120" y="485013"/>
                  </a:lnTo>
                  <a:lnTo>
                    <a:pt x="1741424" y="524763"/>
                  </a:lnTo>
                  <a:lnTo>
                    <a:pt x="1758696" y="565531"/>
                  </a:lnTo>
                  <a:lnTo>
                    <a:pt x="1773936" y="607313"/>
                  </a:lnTo>
                  <a:lnTo>
                    <a:pt x="1786889" y="650113"/>
                  </a:lnTo>
                  <a:lnTo>
                    <a:pt x="1797685" y="693674"/>
                  </a:lnTo>
                  <a:lnTo>
                    <a:pt x="1806194" y="738124"/>
                  </a:lnTo>
                  <a:lnTo>
                    <a:pt x="1812417" y="783336"/>
                  </a:lnTo>
                  <a:lnTo>
                    <a:pt x="1816100" y="829183"/>
                  </a:lnTo>
                  <a:lnTo>
                    <a:pt x="1817370" y="875664"/>
                  </a:lnTo>
                  <a:lnTo>
                    <a:pt x="1816100" y="922274"/>
                  </a:lnTo>
                  <a:lnTo>
                    <a:pt x="1812417" y="968121"/>
                  </a:lnTo>
                  <a:lnTo>
                    <a:pt x="1806194" y="1013333"/>
                  </a:lnTo>
                  <a:lnTo>
                    <a:pt x="1797685" y="1057656"/>
                  </a:lnTo>
                  <a:lnTo>
                    <a:pt x="1786889" y="1101344"/>
                  </a:lnTo>
                  <a:lnTo>
                    <a:pt x="1773936" y="1144015"/>
                  </a:lnTo>
                  <a:lnTo>
                    <a:pt x="1758696" y="1185799"/>
                  </a:lnTo>
                  <a:lnTo>
                    <a:pt x="1741424" y="1226693"/>
                  </a:lnTo>
                  <a:lnTo>
                    <a:pt x="1722120" y="1266444"/>
                  </a:lnTo>
                  <a:lnTo>
                    <a:pt x="1700784" y="1305052"/>
                  </a:lnTo>
                  <a:lnTo>
                    <a:pt x="1677670" y="1342517"/>
                  </a:lnTo>
                  <a:lnTo>
                    <a:pt x="1652524" y="1378712"/>
                  </a:lnTo>
                  <a:lnTo>
                    <a:pt x="1625727" y="1413637"/>
                  </a:lnTo>
                  <a:lnTo>
                    <a:pt x="1597152" y="1447292"/>
                  </a:lnTo>
                  <a:lnTo>
                    <a:pt x="1566926" y="1479423"/>
                  </a:lnTo>
                  <a:lnTo>
                    <a:pt x="1535176" y="1510030"/>
                  </a:lnTo>
                  <a:lnTo>
                    <a:pt x="1501775" y="1539113"/>
                  </a:lnTo>
                  <a:lnTo>
                    <a:pt x="1466977" y="1566672"/>
                  </a:lnTo>
                  <a:lnTo>
                    <a:pt x="1430655" y="1592580"/>
                  </a:lnTo>
                  <a:lnTo>
                    <a:pt x="1393063" y="1616710"/>
                  </a:lnTo>
                  <a:lnTo>
                    <a:pt x="1354201" y="1639062"/>
                  </a:lnTo>
                  <a:lnTo>
                    <a:pt x="1314196" y="1659636"/>
                  </a:lnTo>
                  <a:lnTo>
                    <a:pt x="1272921" y="1678177"/>
                  </a:lnTo>
                  <a:lnTo>
                    <a:pt x="1230502" y="1694814"/>
                  </a:lnTo>
                  <a:lnTo>
                    <a:pt x="1187196" y="1709547"/>
                  </a:lnTo>
                  <a:lnTo>
                    <a:pt x="1142746" y="1721993"/>
                  </a:lnTo>
                  <a:lnTo>
                    <a:pt x="1097534" y="1732407"/>
                  </a:lnTo>
                  <a:lnTo>
                    <a:pt x="1051433" y="1740662"/>
                  </a:lnTo>
                  <a:lnTo>
                    <a:pt x="1004570" y="1746503"/>
                  </a:lnTo>
                  <a:lnTo>
                    <a:pt x="956945" y="1750187"/>
                  </a:lnTo>
                  <a:lnTo>
                    <a:pt x="908685" y="1751330"/>
                  </a:lnTo>
                  <a:lnTo>
                    <a:pt x="860425" y="1750187"/>
                  </a:lnTo>
                  <a:lnTo>
                    <a:pt x="812800" y="1746503"/>
                  </a:lnTo>
                  <a:lnTo>
                    <a:pt x="765937" y="1740662"/>
                  </a:lnTo>
                  <a:lnTo>
                    <a:pt x="719836" y="1732407"/>
                  </a:lnTo>
                  <a:lnTo>
                    <a:pt x="674497" y="1721993"/>
                  </a:lnTo>
                  <a:lnTo>
                    <a:pt x="630174" y="1709547"/>
                  </a:lnTo>
                  <a:lnTo>
                    <a:pt x="586867" y="1694814"/>
                  </a:lnTo>
                  <a:lnTo>
                    <a:pt x="544449" y="1678177"/>
                  </a:lnTo>
                  <a:lnTo>
                    <a:pt x="503174" y="1659636"/>
                  </a:lnTo>
                  <a:lnTo>
                    <a:pt x="463169" y="1639062"/>
                  </a:lnTo>
                  <a:lnTo>
                    <a:pt x="424307" y="1616710"/>
                  </a:lnTo>
                  <a:lnTo>
                    <a:pt x="386715" y="1592580"/>
                  </a:lnTo>
                  <a:lnTo>
                    <a:pt x="350393" y="1566672"/>
                  </a:lnTo>
                  <a:lnTo>
                    <a:pt x="315595" y="1539113"/>
                  </a:lnTo>
                  <a:lnTo>
                    <a:pt x="282194" y="1510030"/>
                  </a:lnTo>
                  <a:lnTo>
                    <a:pt x="250444" y="1479423"/>
                  </a:lnTo>
                  <a:lnTo>
                    <a:pt x="220218" y="1447292"/>
                  </a:lnTo>
                  <a:lnTo>
                    <a:pt x="191643" y="1413637"/>
                  </a:lnTo>
                  <a:lnTo>
                    <a:pt x="164719" y="1378712"/>
                  </a:lnTo>
                  <a:lnTo>
                    <a:pt x="139700" y="1342517"/>
                  </a:lnTo>
                  <a:lnTo>
                    <a:pt x="116586" y="1305052"/>
                  </a:lnTo>
                  <a:lnTo>
                    <a:pt x="95250" y="1266444"/>
                  </a:lnTo>
                  <a:lnTo>
                    <a:pt x="75946" y="1226693"/>
                  </a:lnTo>
                  <a:lnTo>
                    <a:pt x="58674" y="1185799"/>
                  </a:lnTo>
                  <a:lnTo>
                    <a:pt x="43434" y="1144015"/>
                  </a:lnTo>
                  <a:lnTo>
                    <a:pt x="30480" y="1101344"/>
                  </a:lnTo>
                  <a:lnTo>
                    <a:pt x="19685" y="1057656"/>
                  </a:lnTo>
                  <a:lnTo>
                    <a:pt x="11176" y="1013333"/>
                  </a:lnTo>
                  <a:lnTo>
                    <a:pt x="4953" y="968121"/>
                  </a:lnTo>
                  <a:lnTo>
                    <a:pt x="1270" y="922274"/>
                  </a:lnTo>
                  <a:lnTo>
                    <a:pt x="0" y="875664"/>
                  </a:lnTo>
                  <a:close/>
                </a:path>
              </a:pathLst>
            </a:custGeom>
            <a:ln w="12698">
              <a:solidFill>
                <a:srgbClr val="622F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4935" y="2759582"/>
            <a:ext cx="2070735" cy="89217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90855" y="6588378"/>
            <a:ext cx="2077085" cy="898525"/>
            <a:chOff x="490855" y="6588378"/>
            <a:chExt cx="2077085" cy="8985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4030" y="6591553"/>
              <a:ext cx="2070735" cy="8921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94030" y="6591553"/>
              <a:ext cx="2070735" cy="892175"/>
            </a:xfrm>
            <a:custGeom>
              <a:avLst/>
              <a:gdLst/>
              <a:ahLst/>
              <a:cxnLst/>
              <a:rect l="l" t="t" r="r" b="b"/>
              <a:pathLst>
                <a:path w="2070735" h="892175">
                  <a:moveTo>
                    <a:pt x="0" y="892174"/>
                  </a:moveTo>
                  <a:lnTo>
                    <a:pt x="2070735" y="892174"/>
                  </a:lnTo>
                  <a:lnTo>
                    <a:pt x="2070735" y="0"/>
                  </a:lnTo>
                  <a:lnTo>
                    <a:pt x="0" y="0"/>
                  </a:lnTo>
                  <a:lnTo>
                    <a:pt x="0" y="892174"/>
                  </a:lnTo>
                  <a:close/>
                </a:path>
              </a:pathLst>
            </a:custGeom>
            <a:ln w="6350">
              <a:solidFill>
                <a:srgbClr val="6E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91490" y="4219320"/>
            <a:ext cx="2077085" cy="898525"/>
            <a:chOff x="491490" y="4219320"/>
            <a:chExt cx="2077085" cy="8985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665" y="4222495"/>
              <a:ext cx="2070735" cy="8921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4665" y="4222495"/>
              <a:ext cx="2070735" cy="892175"/>
            </a:xfrm>
            <a:custGeom>
              <a:avLst/>
              <a:gdLst/>
              <a:ahLst/>
              <a:cxnLst/>
              <a:rect l="l" t="t" r="r" b="b"/>
              <a:pathLst>
                <a:path w="2070735" h="892175">
                  <a:moveTo>
                    <a:pt x="0" y="892175"/>
                  </a:moveTo>
                  <a:lnTo>
                    <a:pt x="2070735" y="892175"/>
                  </a:lnTo>
                  <a:lnTo>
                    <a:pt x="2070735" y="0"/>
                  </a:lnTo>
                  <a:lnTo>
                    <a:pt x="0" y="0"/>
                  </a:lnTo>
                  <a:lnTo>
                    <a:pt x="0" y="892175"/>
                  </a:lnTo>
                  <a:close/>
                </a:path>
              </a:pathLst>
            </a:custGeom>
            <a:ln w="6350">
              <a:solidFill>
                <a:srgbClr val="6E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1395" y="6503923"/>
            <a:ext cx="2070735" cy="8921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11395" y="4222495"/>
            <a:ext cx="2070735" cy="8921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2395" y="8045577"/>
            <a:ext cx="2070734" cy="89217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560954" y="6505828"/>
            <a:ext cx="457200" cy="627380"/>
          </a:xfrm>
          <a:custGeom>
            <a:avLst/>
            <a:gdLst/>
            <a:ahLst/>
            <a:cxnLst/>
            <a:rect l="l" t="t" r="r" b="b"/>
            <a:pathLst>
              <a:path w="457200" h="627379">
                <a:moveTo>
                  <a:pt x="457200" y="0"/>
                </a:moveTo>
                <a:lnTo>
                  <a:pt x="381507" y="39115"/>
                </a:lnTo>
                <a:lnTo>
                  <a:pt x="407162" y="57912"/>
                </a:lnTo>
                <a:lnTo>
                  <a:pt x="39750" y="562101"/>
                </a:lnTo>
                <a:lnTo>
                  <a:pt x="14096" y="543305"/>
                </a:lnTo>
                <a:lnTo>
                  <a:pt x="0" y="627379"/>
                </a:lnTo>
                <a:lnTo>
                  <a:pt x="75692" y="588263"/>
                </a:lnTo>
                <a:lnTo>
                  <a:pt x="50037" y="569594"/>
                </a:lnTo>
                <a:lnTo>
                  <a:pt x="417449" y="65277"/>
                </a:lnTo>
                <a:lnTo>
                  <a:pt x="443102" y="83946"/>
                </a:lnTo>
                <a:lnTo>
                  <a:pt x="45720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566670" y="4614290"/>
            <a:ext cx="553085" cy="556260"/>
          </a:xfrm>
          <a:custGeom>
            <a:avLst/>
            <a:gdLst/>
            <a:ahLst/>
            <a:cxnLst/>
            <a:rect l="l" t="t" r="r" b="b"/>
            <a:pathLst>
              <a:path w="553085" h="556260">
                <a:moveTo>
                  <a:pt x="0" y="0"/>
                </a:moveTo>
                <a:lnTo>
                  <a:pt x="26669" y="80898"/>
                </a:lnTo>
                <a:lnTo>
                  <a:pt x="51435" y="56260"/>
                </a:lnTo>
                <a:lnTo>
                  <a:pt x="497078" y="504443"/>
                </a:lnTo>
                <a:lnTo>
                  <a:pt x="472313" y="529081"/>
                </a:lnTo>
                <a:lnTo>
                  <a:pt x="553085" y="556259"/>
                </a:lnTo>
                <a:lnTo>
                  <a:pt x="526415" y="475360"/>
                </a:lnTo>
                <a:lnTo>
                  <a:pt x="501523" y="500125"/>
                </a:lnTo>
                <a:lnTo>
                  <a:pt x="56006" y="51815"/>
                </a:lnTo>
                <a:lnTo>
                  <a:pt x="80772" y="27177"/>
                </a:lnTo>
                <a:lnTo>
                  <a:pt x="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29025" y="6758558"/>
            <a:ext cx="76200" cy="1289050"/>
          </a:xfrm>
          <a:custGeom>
            <a:avLst/>
            <a:gdLst/>
            <a:ahLst/>
            <a:cxnLst/>
            <a:rect l="l" t="t" r="r" b="b"/>
            <a:pathLst>
              <a:path w="76200" h="128905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1212850"/>
                </a:lnTo>
                <a:lnTo>
                  <a:pt x="0" y="1212850"/>
                </a:lnTo>
                <a:lnTo>
                  <a:pt x="38100" y="1289050"/>
                </a:lnTo>
                <a:lnTo>
                  <a:pt x="76200" y="1212850"/>
                </a:lnTo>
                <a:lnTo>
                  <a:pt x="44450" y="1212850"/>
                </a:lnTo>
                <a:lnTo>
                  <a:pt x="4445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30295" y="3651757"/>
            <a:ext cx="76200" cy="1355090"/>
          </a:xfrm>
          <a:custGeom>
            <a:avLst/>
            <a:gdLst/>
            <a:ahLst/>
            <a:cxnLst/>
            <a:rect l="l" t="t" r="r" b="b"/>
            <a:pathLst>
              <a:path w="76200" h="135508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1278889"/>
                </a:lnTo>
                <a:lnTo>
                  <a:pt x="0" y="1278889"/>
                </a:lnTo>
                <a:lnTo>
                  <a:pt x="38100" y="1355089"/>
                </a:lnTo>
                <a:lnTo>
                  <a:pt x="76200" y="1278889"/>
                </a:lnTo>
                <a:lnTo>
                  <a:pt x="44450" y="1278889"/>
                </a:lnTo>
                <a:lnTo>
                  <a:pt x="4445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08145" y="4621275"/>
            <a:ext cx="605790" cy="572770"/>
          </a:xfrm>
          <a:custGeom>
            <a:avLst/>
            <a:gdLst/>
            <a:ahLst/>
            <a:cxnLst/>
            <a:rect l="l" t="t" r="r" b="b"/>
            <a:pathLst>
              <a:path w="605789" h="572770">
                <a:moveTo>
                  <a:pt x="605789" y="0"/>
                </a:moveTo>
                <a:lnTo>
                  <a:pt x="524255" y="24637"/>
                </a:lnTo>
                <a:lnTo>
                  <a:pt x="545972" y="47752"/>
                </a:lnTo>
                <a:lnTo>
                  <a:pt x="50926" y="515874"/>
                </a:lnTo>
                <a:lnTo>
                  <a:pt x="29209" y="492760"/>
                </a:lnTo>
                <a:lnTo>
                  <a:pt x="0" y="572770"/>
                </a:lnTo>
                <a:lnTo>
                  <a:pt x="81533" y="548132"/>
                </a:lnTo>
                <a:lnTo>
                  <a:pt x="59689" y="525145"/>
                </a:lnTo>
                <a:lnTo>
                  <a:pt x="554735" y="57023"/>
                </a:lnTo>
                <a:lnTo>
                  <a:pt x="576579" y="80010"/>
                </a:lnTo>
                <a:lnTo>
                  <a:pt x="605789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28795" y="6472808"/>
            <a:ext cx="488950" cy="553720"/>
          </a:xfrm>
          <a:custGeom>
            <a:avLst/>
            <a:gdLst/>
            <a:ahLst/>
            <a:cxnLst/>
            <a:rect l="l" t="t" r="r" b="b"/>
            <a:pathLst>
              <a:path w="488950" h="553720">
                <a:moveTo>
                  <a:pt x="0" y="0"/>
                </a:moveTo>
                <a:lnTo>
                  <a:pt x="21843" y="82296"/>
                </a:lnTo>
                <a:lnTo>
                  <a:pt x="45592" y="61340"/>
                </a:lnTo>
                <a:lnTo>
                  <a:pt x="433831" y="500888"/>
                </a:lnTo>
                <a:lnTo>
                  <a:pt x="409955" y="521842"/>
                </a:lnTo>
                <a:lnTo>
                  <a:pt x="488950" y="553720"/>
                </a:lnTo>
                <a:lnTo>
                  <a:pt x="467105" y="471424"/>
                </a:lnTo>
                <a:lnTo>
                  <a:pt x="443356" y="492505"/>
                </a:lnTo>
                <a:lnTo>
                  <a:pt x="55117" y="52959"/>
                </a:lnTo>
                <a:lnTo>
                  <a:pt x="78993" y="31876"/>
                </a:lnTo>
                <a:lnTo>
                  <a:pt x="0" y="0"/>
                </a:lnTo>
                <a:close/>
              </a:path>
            </a:pathLst>
          </a:custGeom>
          <a:solidFill>
            <a:srgbClr val="4470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22" name="object 22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25" name="object 25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533704" y="10290682"/>
            <a:ext cx="6491605" cy="96520"/>
            <a:chOff x="533704" y="10290682"/>
            <a:chExt cx="6491605" cy="96520"/>
          </a:xfrm>
        </p:grpSpPr>
        <p:sp>
          <p:nvSpPr>
            <p:cNvPr id="28" name="object 28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85" name="object 85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1" name="object 141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42" name="object 142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4" name="object 144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45" name="object 145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9" name="object 229"/>
          <p:cNvGrpSpPr/>
          <p:nvPr/>
        </p:nvGrpSpPr>
        <p:grpSpPr>
          <a:xfrm>
            <a:off x="304800" y="533094"/>
            <a:ext cx="226060" cy="9625965"/>
            <a:chOff x="304800" y="533094"/>
            <a:chExt cx="226060" cy="9625965"/>
          </a:xfrm>
        </p:grpSpPr>
        <p:sp>
          <p:nvSpPr>
            <p:cNvPr id="230" name="object 230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401116" y="4054423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401116" y="4289119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401116" y="4523765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129235" y="232257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401116" y="4758461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129235" y="232257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401116" y="4993461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10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401116" y="6402018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01116" y="6636664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129235" y="232257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401116" y="6871360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129235" y="232257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401116" y="7106361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401116" y="7341056"/>
              <a:ext cx="129539" cy="232410"/>
            </a:xfrm>
            <a:custGeom>
              <a:avLst/>
              <a:gdLst/>
              <a:ahLst/>
              <a:cxnLst/>
              <a:rect l="l" t="t" r="r" b="b"/>
              <a:pathLst>
                <a:path w="129540" h="232409">
                  <a:moveTo>
                    <a:pt x="129235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129235" y="231952"/>
                  </a:lnTo>
                  <a:lnTo>
                    <a:pt x="129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2" name="object 322"/>
          <p:cNvSpPr txBox="1"/>
          <p:nvPr/>
        </p:nvSpPr>
        <p:spPr>
          <a:xfrm>
            <a:off x="1582038" y="1264665"/>
            <a:ext cx="249872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775" indent="-21971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32410" algn="l"/>
              </a:tabLst>
            </a:pPr>
            <a:r>
              <a:rPr sz="1600" b="1" u="heavy" spc="-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DA</a:t>
            </a:r>
            <a:r>
              <a:rPr sz="1600" b="1" u="heavy" spc="1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1600" b="1" u="heavy" spc="-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600" b="1" u="heavy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F</a:t>
            </a:r>
            <a:r>
              <a:rPr sz="1600" b="1" u="heavy" spc="1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1600" b="1" u="heavy" spc="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OW</a:t>
            </a:r>
            <a:r>
              <a:rPr sz="1600" b="1" u="heavy" spc="-6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</a:t>
            </a:r>
            <a:r>
              <a:rPr sz="1600" b="1" u="heavy" spc="-3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600" b="1" u="heavy" spc="-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600" b="1" u="heavy" spc="-2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G</a:t>
            </a:r>
            <a:r>
              <a:rPr sz="1600" b="1" u="heavy" spc="-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RA</a:t>
            </a:r>
            <a:r>
              <a:rPr sz="1600" b="1" u="heavy" spc="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3" name="object 323"/>
          <p:cNvSpPr txBox="1"/>
          <p:nvPr/>
        </p:nvSpPr>
        <p:spPr>
          <a:xfrm>
            <a:off x="996492" y="4511802"/>
            <a:ext cx="61849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4" name="object 324"/>
          <p:cNvSpPr txBox="1"/>
          <p:nvPr/>
        </p:nvSpPr>
        <p:spPr>
          <a:xfrm>
            <a:off x="3298697" y="5475223"/>
            <a:ext cx="715645" cy="5207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4135" marR="5080" indent="-52069">
              <a:lnSpc>
                <a:spcPct val="102600"/>
              </a:lnSpc>
              <a:spcBef>
                <a:spcPts val="5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tt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g  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5" name="object 325"/>
          <p:cNvSpPr txBox="1"/>
          <p:nvPr/>
        </p:nvSpPr>
        <p:spPr>
          <a:xfrm>
            <a:off x="1295527" y="6630669"/>
            <a:ext cx="4648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6" name="object 326"/>
          <p:cNvSpPr txBox="1"/>
          <p:nvPr/>
        </p:nvSpPr>
        <p:spPr>
          <a:xfrm>
            <a:off x="4811395" y="4210684"/>
            <a:ext cx="2070735" cy="892175"/>
          </a:xfrm>
          <a:prstGeom prst="rect">
            <a:avLst/>
          </a:prstGeom>
          <a:ln w="6350">
            <a:solidFill>
              <a:srgbClr val="6EAC46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Times New Roman"/>
              <a:cs typeface="Times New Roman"/>
            </a:endParaRPr>
          </a:p>
          <a:p>
            <a:pPr marL="445134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people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7" name="object 327"/>
          <p:cNvSpPr txBox="1"/>
          <p:nvPr/>
        </p:nvSpPr>
        <p:spPr>
          <a:xfrm>
            <a:off x="4811395" y="6501256"/>
            <a:ext cx="2070735" cy="892175"/>
          </a:xfrm>
          <a:prstGeom prst="rect">
            <a:avLst/>
          </a:prstGeom>
          <a:ln w="6350">
            <a:solidFill>
              <a:srgbClr val="6EAC46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603885">
              <a:lnSpc>
                <a:spcPct val="1000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16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8" name="object 328"/>
          <p:cNvSpPr txBox="1"/>
          <p:nvPr/>
        </p:nvSpPr>
        <p:spPr>
          <a:xfrm>
            <a:off x="2654935" y="2747644"/>
            <a:ext cx="2070735" cy="892175"/>
          </a:xfrm>
          <a:prstGeom prst="rect">
            <a:avLst/>
          </a:prstGeom>
          <a:ln w="6350">
            <a:solidFill>
              <a:srgbClr val="6EAC4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100">
              <a:latin typeface="Times New Roman"/>
              <a:cs typeface="Times New Roman"/>
            </a:endParaRPr>
          </a:p>
          <a:p>
            <a:pPr marL="357505">
              <a:lnSpc>
                <a:spcPct val="100000"/>
              </a:lnSpc>
            </a:pP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Na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9" name="object 329"/>
          <p:cNvSpPr txBox="1"/>
          <p:nvPr/>
        </p:nvSpPr>
        <p:spPr>
          <a:xfrm>
            <a:off x="2655570" y="8057515"/>
            <a:ext cx="2070735" cy="892175"/>
          </a:xfrm>
          <a:prstGeom prst="rect">
            <a:avLst/>
          </a:prstGeom>
          <a:ln w="6350">
            <a:solidFill>
              <a:srgbClr val="6EAC46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Times New Roman"/>
              <a:cs typeface="Times New Roman"/>
            </a:endParaRPr>
          </a:p>
          <a:p>
            <a:pPr marL="265430">
              <a:lnSpc>
                <a:spcPct val="100000"/>
              </a:lnSpc>
            </a:pP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u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85229" y="5633338"/>
            <a:ext cx="600075" cy="1199515"/>
            <a:chOff x="6285229" y="5633338"/>
            <a:chExt cx="600075" cy="11995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9976" y="5661536"/>
              <a:ext cx="404647" cy="37413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26199" y="5652388"/>
              <a:ext cx="365760" cy="337185"/>
            </a:xfrm>
            <a:custGeom>
              <a:avLst/>
              <a:gdLst/>
              <a:ahLst/>
              <a:cxnLst/>
              <a:rect l="l" t="t" r="r" b="b"/>
              <a:pathLst>
                <a:path w="365759" h="337185">
                  <a:moveTo>
                    <a:pt x="182879" y="0"/>
                  </a:moveTo>
                  <a:lnTo>
                    <a:pt x="134239" y="6096"/>
                  </a:lnTo>
                  <a:lnTo>
                    <a:pt x="90550" y="23114"/>
                  </a:lnTo>
                  <a:lnTo>
                    <a:pt x="53594" y="49403"/>
                  </a:lnTo>
                  <a:lnTo>
                    <a:pt x="25019" y="83566"/>
                  </a:lnTo>
                  <a:lnTo>
                    <a:pt x="6476" y="123825"/>
                  </a:lnTo>
                  <a:lnTo>
                    <a:pt x="0" y="168656"/>
                  </a:lnTo>
                  <a:lnTo>
                    <a:pt x="6476" y="213487"/>
                  </a:lnTo>
                  <a:lnTo>
                    <a:pt x="25019" y="253746"/>
                  </a:lnTo>
                  <a:lnTo>
                    <a:pt x="53594" y="287909"/>
                  </a:lnTo>
                  <a:lnTo>
                    <a:pt x="90550" y="314198"/>
                  </a:lnTo>
                  <a:lnTo>
                    <a:pt x="134239" y="331216"/>
                  </a:lnTo>
                  <a:lnTo>
                    <a:pt x="182879" y="337185"/>
                  </a:lnTo>
                  <a:lnTo>
                    <a:pt x="231521" y="331216"/>
                  </a:lnTo>
                  <a:lnTo>
                    <a:pt x="275208" y="314198"/>
                  </a:lnTo>
                  <a:lnTo>
                    <a:pt x="312166" y="287909"/>
                  </a:lnTo>
                  <a:lnTo>
                    <a:pt x="340741" y="253746"/>
                  </a:lnTo>
                  <a:lnTo>
                    <a:pt x="359282" y="213487"/>
                  </a:lnTo>
                  <a:lnTo>
                    <a:pt x="365759" y="168656"/>
                  </a:lnTo>
                  <a:lnTo>
                    <a:pt x="359282" y="123825"/>
                  </a:lnTo>
                  <a:lnTo>
                    <a:pt x="340741" y="83566"/>
                  </a:lnTo>
                  <a:lnTo>
                    <a:pt x="312166" y="49403"/>
                  </a:lnTo>
                  <a:lnTo>
                    <a:pt x="275208" y="23114"/>
                  </a:lnTo>
                  <a:lnTo>
                    <a:pt x="231521" y="6096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6199" y="5652388"/>
              <a:ext cx="365760" cy="337185"/>
            </a:xfrm>
            <a:custGeom>
              <a:avLst/>
              <a:gdLst/>
              <a:ahLst/>
              <a:cxnLst/>
              <a:rect l="l" t="t" r="r" b="b"/>
              <a:pathLst>
                <a:path w="365759" h="337185">
                  <a:moveTo>
                    <a:pt x="0" y="168656"/>
                  </a:moveTo>
                  <a:lnTo>
                    <a:pt x="6476" y="123825"/>
                  </a:lnTo>
                  <a:lnTo>
                    <a:pt x="25019" y="83566"/>
                  </a:lnTo>
                  <a:lnTo>
                    <a:pt x="53594" y="49403"/>
                  </a:lnTo>
                  <a:lnTo>
                    <a:pt x="90550" y="23114"/>
                  </a:lnTo>
                  <a:lnTo>
                    <a:pt x="134239" y="6096"/>
                  </a:lnTo>
                  <a:lnTo>
                    <a:pt x="182879" y="0"/>
                  </a:lnTo>
                  <a:lnTo>
                    <a:pt x="231521" y="6096"/>
                  </a:lnTo>
                  <a:lnTo>
                    <a:pt x="275208" y="23114"/>
                  </a:lnTo>
                  <a:lnTo>
                    <a:pt x="312166" y="49403"/>
                  </a:lnTo>
                  <a:lnTo>
                    <a:pt x="340741" y="83566"/>
                  </a:lnTo>
                  <a:lnTo>
                    <a:pt x="359282" y="123825"/>
                  </a:lnTo>
                  <a:lnTo>
                    <a:pt x="365759" y="168656"/>
                  </a:lnTo>
                  <a:lnTo>
                    <a:pt x="359282" y="213487"/>
                  </a:lnTo>
                  <a:lnTo>
                    <a:pt x="340741" y="253746"/>
                  </a:lnTo>
                  <a:lnTo>
                    <a:pt x="312166" y="287909"/>
                  </a:lnTo>
                  <a:lnTo>
                    <a:pt x="275208" y="314198"/>
                  </a:lnTo>
                  <a:lnTo>
                    <a:pt x="231521" y="331216"/>
                  </a:lnTo>
                  <a:lnTo>
                    <a:pt x="182879" y="337185"/>
                  </a:lnTo>
                  <a:lnTo>
                    <a:pt x="134239" y="331216"/>
                  </a:lnTo>
                  <a:lnTo>
                    <a:pt x="90550" y="314198"/>
                  </a:lnTo>
                  <a:lnTo>
                    <a:pt x="53594" y="287909"/>
                  </a:lnTo>
                  <a:lnTo>
                    <a:pt x="25019" y="253746"/>
                  </a:lnTo>
                  <a:lnTo>
                    <a:pt x="6476" y="213487"/>
                  </a:lnTo>
                  <a:lnTo>
                    <a:pt x="0" y="168656"/>
                  </a:lnTo>
                  <a:close/>
                </a:path>
              </a:pathLst>
            </a:custGeom>
            <a:ln w="381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01104" y="5989573"/>
              <a:ext cx="568325" cy="827405"/>
            </a:xfrm>
            <a:custGeom>
              <a:avLst/>
              <a:gdLst/>
              <a:ahLst/>
              <a:cxnLst/>
              <a:rect l="l" t="t" r="r" b="b"/>
              <a:pathLst>
                <a:path w="568325" h="827404">
                  <a:moveTo>
                    <a:pt x="318135" y="558164"/>
                  </a:moveTo>
                  <a:lnTo>
                    <a:pt x="318135" y="0"/>
                  </a:lnTo>
                </a:path>
                <a:path w="568325" h="827404">
                  <a:moveTo>
                    <a:pt x="0" y="201930"/>
                  </a:moveTo>
                  <a:lnTo>
                    <a:pt x="568325" y="201930"/>
                  </a:lnTo>
                </a:path>
                <a:path w="568325" h="827404">
                  <a:moveTo>
                    <a:pt x="0" y="827405"/>
                  </a:moveTo>
                  <a:lnTo>
                    <a:pt x="318135" y="558164"/>
                  </a:lnTo>
                </a:path>
                <a:path w="568325" h="827404">
                  <a:moveTo>
                    <a:pt x="318135" y="558164"/>
                  </a:moveTo>
                  <a:lnTo>
                    <a:pt x="568325" y="827405"/>
                  </a:lnTo>
                </a:path>
              </a:pathLst>
            </a:custGeom>
            <a:ln w="31750">
              <a:solidFill>
                <a:srgbClr val="EB7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62000" y="5734303"/>
            <a:ext cx="600075" cy="1199515"/>
            <a:chOff x="762000" y="5734303"/>
            <a:chExt cx="600075" cy="119951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6975" y="5762120"/>
              <a:ext cx="404647" cy="37413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02970" y="5753353"/>
              <a:ext cx="365760" cy="337185"/>
            </a:xfrm>
            <a:custGeom>
              <a:avLst/>
              <a:gdLst/>
              <a:ahLst/>
              <a:cxnLst/>
              <a:rect l="l" t="t" r="r" b="b"/>
              <a:pathLst>
                <a:path w="365759" h="337185">
                  <a:moveTo>
                    <a:pt x="182880" y="0"/>
                  </a:moveTo>
                  <a:lnTo>
                    <a:pt x="134264" y="6095"/>
                  </a:lnTo>
                  <a:lnTo>
                    <a:pt x="90576" y="23113"/>
                  </a:lnTo>
                  <a:lnTo>
                    <a:pt x="53568" y="49402"/>
                  </a:lnTo>
                  <a:lnTo>
                    <a:pt x="24968" y="83565"/>
                  </a:lnTo>
                  <a:lnTo>
                    <a:pt x="6527" y="123825"/>
                  </a:lnTo>
                  <a:lnTo>
                    <a:pt x="0" y="168655"/>
                  </a:lnTo>
                  <a:lnTo>
                    <a:pt x="6527" y="213487"/>
                  </a:lnTo>
                  <a:lnTo>
                    <a:pt x="24968" y="253745"/>
                  </a:lnTo>
                  <a:lnTo>
                    <a:pt x="53568" y="287908"/>
                  </a:lnTo>
                  <a:lnTo>
                    <a:pt x="90576" y="314197"/>
                  </a:lnTo>
                  <a:lnTo>
                    <a:pt x="134264" y="331215"/>
                  </a:lnTo>
                  <a:lnTo>
                    <a:pt x="182880" y="337184"/>
                  </a:lnTo>
                  <a:lnTo>
                    <a:pt x="231495" y="331215"/>
                  </a:lnTo>
                  <a:lnTo>
                    <a:pt x="275183" y="314197"/>
                  </a:lnTo>
                  <a:lnTo>
                    <a:pt x="312191" y="287908"/>
                  </a:lnTo>
                  <a:lnTo>
                    <a:pt x="340791" y="253745"/>
                  </a:lnTo>
                  <a:lnTo>
                    <a:pt x="359232" y="213487"/>
                  </a:lnTo>
                  <a:lnTo>
                    <a:pt x="365760" y="168655"/>
                  </a:lnTo>
                  <a:lnTo>
                    <a:pt x="359232" y="123825"/>
                  </a:lnTo>
                  <a:lnTo>
                    <a:pt x="340791" y="83565"/>
                  </a:lnTo>
                  <a:lnTo>
                    <a:pt x="312191" y="49402"/>
                  </a:lnTo>
                  <a:lnTo>
                    <a:pt x="275183" y="23113"/>
                  </a:lnTo>
                  <a:lnTo>
                    <a:pt x="231495" y="6095"/>
                  </a:lnTo>
                  <a:lnTo>
                    <a:pt x="18288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2970" y="5753353"/>
              <a:ext cx="365760" cy="337185"/>
            </a:xfrm>
            <a:custGeom>
              <a:avLst/>
              <a:gdLst/>
              <a:ahLst/>
              <a:cxnLst/>
              <a:rect l="l" t="t" r="r" b="b"/>
              <a:pathLst>
                <a:path w="365759" h="337185">
                  <a:moveTo>
                    <a:pt x="0" y="168655"/>
                  </a:moveTo>
                  <a:lnTo>
                    <a:pt x="6527" y="123825"/>
                  </a:lnTo>
                  <a:lnTo>
                    <a:pt x="24968" y="83565"/>
                  </a:lnTo>
                  <a:lnTo>
                    <a:pt x="53568" y="49402"/>
                  </a:lnTo>
                  <a:lnTo>
                    <a:pt x="90576" y="23113"/>
                  </a:lnTo>
                  <a:lnTo>
                    <a:pt x="134264" y="6095"/>
                  </a:lnTo>
                  <a:lnTo>
                    <a:pt x="182880" y="0"/>
                  </a:lnTo>
                  <a:lnTo>
                    <a:pt x="231495" y="6095"/>
                  </a:lnTo>
                  <a:lnTo>
                    <a:pt x="275183" y="23113"/>
                  </a:lnTo>
                  <a:lnTo>
                    <a:pt x="312191" y="49402"/>
                  </a:lnTo>
                  <a:lnTo>
                    <a:pt x="340791" y="83565"/>
                  </a:lnTo>
                  <a:lnTo>
                    <a:pt x="359232" y="123825"/>
                  </a:lnTo>
                  <a:lnTo>
                    <a:pt x="365760" y="168655"/>
                  </a:lnTo>
                  <a:lnTo>
                    <a:pt x="359232" y="213487"/>
                  </a:lnTo>
                  <a:lnTo>
                    <a:pt x="340791" y="253745"/>
                  </a:lnTo>
                  <a:lnTo>
                    <a:pt x="312191" y="287908"/>
                  </a:lnTo>
                  <a:lnTo>
                    <a:pt x="275183" y="314197"/>
                  </a:lnTo>
                  <a:lnTo>
                    <a:pt x="231495" y="331215"/>
                  </a:lnTo>
                  <a:lnTo>
                    <a:pt x="182880" y="337184"/>
                  </a:lnTo>
                  <a:lnTo>
                    <a:pt x="134264" y="331215"/>
                  </a:lnTo>
                  <a:lnTo>
                    <a:pt x="90576" y="314197"/>
                  </a:lnTo>
                  <a:lnTo>
                    <a:pt x="53568" y="287908"/>
                  </a:lnTo>
                  <a:lnTo>
                    <a:pt x="24968" y="253745"/>
                  </a:lnTo>
                  <a:lnTo>
                    <a:pt x="6527" y="213487"/>
                  </a:lnTo>
                  <a:lnTo>
                    <a:pt x="0" y="168655"/>
                  </a:lnTo>
                  <a:close/>
                </a:path>
              </a:pathLst>
            </a:custGeom>
            <a:ln w="38100">
              <a:solidFill>
                <a:srgbClr val="F0F0F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7875" y="6090538"/>
              <a:ext cx="568325" cy="827405"/>
            </a:xfrm>
            <a:custGeom>
              <a:avLst/>
              <a:gdLst/>
              <a:ahLst/>
              <a:cxnLst/>
              <a:rect l="l" t="t" r="r" b="b"/>
              <a:pathLst>
                <a:path w="568325" h="827404">
                  <a:moveTo>
                    <a:pt x="318134" y="558165"/>
                  </a:moveTo>
                  <a:lnTo>
                    <a:pt x="318134" y="0"/>
                  </a:lnTo>
                </a:path>
                <a:path w="568325" h="827404">
                  <a:moveTo>
                    <a:pt x="0" y="201930"/>
                  </a:moveTo>
                  <a:lnTo>
                    <a:pt x="568325" y="201930"/>
                  </a:lnTo>
                </a:path>
                <a:path w="568325" h="827404">
                  <a:moveTo>
                    <a:pt x="0" y="827405"/>
                  </a:moveTo>
                  <a:lnTo>
                    <a:pt x="318134" y="558165"/>
                  </a:lnTo>
                </a:path>
                <a:path w="568325" h="827404">
                  <a:moveTo>
                    <a:pt x="318134" y="558165"/>
                  </a:moveTo>
                  <a:lnTo>
                    <a:pt x="568325" y="827405"/>
                  </a:lnTo>
                </a:path>
              </a:pathLst>
            </a:custGeom>
            <a:ln w="31750">
              <a:solidFill>
                <a:srgbClr val="EB7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708782" y="2697098"/>
            <a:ext cx="1921510" cy="598805"/>
            <a:chOff x="2708782" y="2697098"/>
            <a:chExt cx="1921510" cy="59880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2727777"/>
              <a:ext cx="1911858" cy="56774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5132" y="2703448"/>
              <a:ext cx="1896110" cy="55816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15132" y="2703448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4">
                  <a:moveTo>
                    <a:pt x="0" y="93090"/>
                  </a:moveTo>
                  <a:lnTo>
                    <a:pt x="7366" y="56895"/>
                  </a:lnTo>
                  <a:lnTo>
                    <a:pt x="27305" y="27304"/>
                  </a:lnTo>
                  <a:lnTo>
                    <a:pt x="56896" y="7365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5"/>
                  </a:lnTo>
                  <a:lnTo>
                    <a:pt x="1868805" y="27304"/>
                  </a:lnTo>
                  <a:lnTo>
                    <a:pt x="1888744" y="56895"/>
                  </a:lnTo>
                  <a:lnTo>
                    <a:pt x="1896109" y="93090"/>
                  </a:lnTo>
                  <a:lnTo>
                    <a:pt x="1896109" y="465074"/>
                  </a:lnTo>
                  <a:lnTo>
                    <a:pt x="1888744" y="501395"/>
                  </a:lnTo>
                  <a:lnTo>
                    <a:pt x="1868805" y="530986"/>
                  </a:lnTo>
                  <a:lnTo>
                    <a:pt x="1839214" y="550926"/>
                  </a:lnTo>
                  <a:lnTo>
                    <a:pt x="1803019" y="558164"/>
                  </a:lnTo>
                  <a:lnTo>
                    <a:pt x="93091" y="558164"/>
                  </a:lnTo>
                  <a:lnTo>
                    <a:pt x="56896" y="550926"/>
                  </a:lnTo>
                  <a:lnTo>
                    <a:pt x="27305" y="530986"/>
                  </a:lnTo>
                  <a:lnTo>
                    <a:pt x="7366" y="501395"/>
                  </a:lnTo>
                  <a:lnTo>
                    <a:pt x="0" y="465074"/>
                  </a:lnTo>
                  <a:lnTo>
                    <a:pt x="0" y="93090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2708782" y="4150994"/>
            <a:ext cx="1921510" cy="598805"/>
            <a:chOff x="2708782" y="4150994"/>
            <a:chExt cx="1921510" cy="59880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4181673"/>
              <a:ext cx="1911858" cy="56774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5132" y="4157344"/>
              <a:ext cx="1896110" cy="55816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15132" y="4157344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4">
                  <a:moveTo>
                    <a:pt x="0" y="93091"/>
                  </a:moveTo>
                  <a:lnTo>
                    <a:pt x="7366" y="56896"/>
                  </a:lnTo>
                  <a:lnTo>
                    <a:pt x="27305" y="27305"/>
                  </a:lnTo>
                  <a:lnTo>
                    <a:pt x="56896" y="7366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6"/>
                  </a:lnTo>
                  <a:lnTo>
                    <a:pt x="1868805" y="27305"/>
                  </a:lnTo>
                  <a:lnTo>
                    <a:pt x="1888744" y="56896"/>
                  </a:lnTo>
                  <a:lnTo>
                    <a:pt x="1896109" y="93091"/>
                  </a:lnTo>
                  <a:lnTo>
                    <a:pt x="1896109" y="465074"/>
                  </a:lnTo>
                  <a:lnTo>
                    <a:pt x="1888744" y="501396"/>
                  </a:lnTo>
                  <a:lnTo>
                    <a:pt x="1868805" y="530987"/>
                  </a:lnTo>
                  <a:lnTo>
                    <a:pt x="1839214" y="550926"/>
                  </a:lnTo>
                  <a:lnTo>
                    <a:pt x="1803019" y="558165"/>
                  </a:lnTo>
                  <a:lnTo>
                    <a:pt x="93091" y="558165"/>
                  </a:lnTo>
                  <a:lnTo>
                    <a:pt x="56896" y="550926"/>
                  </a:lnTo>
                  <a:lnTo>
                    <a:pt x="27305" y="530987"/>
                  </a:lnTo>
                  <a:lnTo>
                    <a:pt x="7366" y="501396"/>
                  </a:lnTo>
                  <a:lnTo>
                    <a:pt x="0" y="465074"/>
                  </a:lnTo>
                  <a:lnTo>
                    <a:pt x="0" y="93091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708782" y="5644514"/>
            <a:ext cx="1921510" cy="598805"/>
            <a:chOff x="2708782" y="5644514"/>
            <a:chExt cx="1921510" cy="59880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5675193"/>
              <a:ext cx="1911858" cy="56774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5132" y="5650864"/>
              <a:ext cx="1896110" cy="55816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715132" y="5650864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4">
                  <a:moveTo>
                    <a:pt x="0" y="93091"/>
                  </a:moveTo>
                  <a:lnTo>
                    <a:pt x="7366" y="56896"/>
                  </a:lnTo>
                  <a:lnTo>
                    <a:pt x="27305" y="27305"/>
                  </a:lnTo>
                  <a:lnTo>
                    <a:pt x="56896" y="7366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6"/>
                  </a:lnTo>
                  <a:lnTo>
                    <a:pt x="1868805" y="27305"/>
                  </a:lnTo>
                  <a:lnTo>
                    <a:pt x="1888744" y="56896"/>
                  </a:lnTo>
                  <a:lnTo>
                    <a:pt x="1896109" y="93091"/>
                  </a:lnTo>
                  <a:lnTo>
                    <a:pt x="1896109" y="465074"/>
                  </a:lnTo>
                  <a:lnTo>
                    <a:pt x="1888744" y="501396"/>
                  </a:lnTo>
                  <a:lnTo>
                    <a:pt x="1868805" y="530987"/>
                  </a:lnTo>
                  <a:lnTo>
                    <a:pt x="1839214" y="550926"/>
                  </a:lnTo>
                  <a:lnTo>
                    <a:pt x="1803019" y="558165"/>
                  </a:lnTo>
                  <a:lnTo>
                    <a:pt x="93091" y="558165"/>
                  </a:lnTo>
                  <a:lnTo>
                    <a:pt x="56896" y="550926"/>
                  </a:lnTo>
                  <a:lnTo>
                    <a:pt x="27305" y="530987"/>
                  </a:lnTo>
                  <a:lnTo>
                    <a:pt x="7366" y="501396"/>
                  </a:lnTo>
                  <a:lnTo>
                    <a:pt x="0" y="465074"/>
                  </a:lnTo>
                  <a:lnTo>
                    <a:pt x="0" y="93091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708782" y="7074027"/>
            <a:ext cx="1921510" cy="598805"/>
            <a:chOff x="2708782" y="7074027"/>
            <a:chExt cx="1921510" cy="598805"/>
          </a:xfrm>
        </p:grpSpPr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7104705"/>
              <a:ext cx="1911858" cy="56774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5132" y="7080377"/>
              <a:ext cx="1896110" cy="55816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15132" y="7080377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5">
                  <a:moveTo>
                    <a:pt x="0" y="93091"/>
                  </a:moveTo>
                  <a:lnTo>
                    <a:pt x="7366" y="56896"/>
                  </a:lnTo>
                  <a:lnTo>
                    <a:pt x="27305" y="27305"/>
                  </a:lnTo>
                  <a:lnTo>
                    <a:pt x="56896" y="7366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6"/>
                  </a:lnTo>
                  <a:lnTo>
                    <a:pt x="1868805" y="27305"/>
                  </a:lnTo>
                  <a:lnTo>
                    <a:pt x="1888744" y="56896"/>
                  </a:lnTo>
                  <a:lnTo>
                    <a:pt x="1896109" y="93091"/>
                  </a:lnTo>
                  <a:lnTo>
                    <a:pt x="1896109" y="465074"/>
                  </a:lnTo>
                  <a:lnTo>
                    <a:pt x="1888744" y="501396"/>
                  </a:lnTo>
                  <a:lnTo>
                    <a:pt x="1868805" y="530987"/>
                  </a:lnTo>
                  <a:lnTo>
                    <a:pt x="1839214" y="550926"/>
                  </a:lnTo>
                  <a:lnTo>
                    <a:pt x="1803019" y="558165"/>
                  </a:lnTo>
                  <a:lnTo>
                    <a:pt x="93091" y="558165"/>
                  </a:lnTo>
                  <a:lnTo>
                    <a:pt x="56896" y="550926"/>
                  </a:lnTo>
                  <a:lnTo>
                    <a:pt x="27305" y="530987"/>
                  </a:lnTo>
                  <a:lnTo>
                    <a:pt x="7366" y="501396"/>
                  </a:lnTo>
                  <a:lnTo>
                    <a:pt x="0" y="465074"/>
                  </a:lnTo>
                  <a:lnTo>
                    <a:pt x="0" y="93091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708782" y="8381618"/>
            <a:ext cx="1921510" cy="598805"/>
            <a:chOff x="2708782" y="8381618"/>
            <a:chExt cx="1921510" cy="598805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8180" y="8412297"/>
              <a:ext cx="1911858" cy="56774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15132" y="8387968"/>
              <a:ext cx="1896110" cy="5581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715132" y="8387968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5">
                  <a:moveTo>
                    <a:pt x="0" y="93091"/>
                  </a:moveTo>
                  <a:lnTo>
                    <a:pt x="7366" y="56896"/>
                  </a:lnTo>
                  <a:lnTo>
                    <a:pt x="27305" y="27305"/>
                  </a:lnTo>
                  <a:lnTo>
                    <a:pt x="56896" y="7366"/>
                  </a:lnTo>
                  <a:lnTo>
                    <a:pt x="93091" y="0"/>
                  </a:lnTo>
                  <a:lnTo>
                    <a:pt x="1803019" y="0"/>
                  </a:lnTo>
                  <a:lnTo>
                    <a:pt x="1839214" y="7366"/>
                  </a:lnTo>
                  <a:lnTo>
                    <a:pt x="1868805" y="27305"/>
                  </a:lnTo>
                  <a:lnTo>
                    <a:pt x="1888744" y="56896"/>
                  </a:lnTo>
                  <a:lnTo>
                    <a:pt x="1896109" y="93091"/>
                  </a:lnTo>
                  <a:lnTo>
                    <a:pt x="1896109" y="465074"/>
                  </a:lnTo>
                  <a:lnTo>
                    <a:pt x="1888744" y="501396"/>
                  </a:lnTo>
                  <a:lnTo>
                    <a:pt x="1868805" y="530987"/>
                  </a:lnTo>
                  <a:lnTo>
                    <a:pt x="1839214" y="550926"/>
                  </a:lnTo>
                  <a:lnTo>
                    <a:pt x="1803019" y="558165"/>
                  </a:lnTo>
                  <a:lnTo>
                    <a:pt x="93091" y="558165"/>
                  </a:lnTo>
                  <a:lnTo>
                    <a:pt x="56896" y="550926"/>
                  </a:lnTo>
                  <a:lnTo>
                    <a:pt x="27305" y="530987"/>
                  </a:lnTo>
                  <a:lnTo>
                    <a:pt x="7366" y="501396"/>
                  </a:lnTo>
                  <a:lnTo>
                    <a:pt x="0" y="465074"/>
                  </a:lnTo>
                  <a:lnTo>
                    <a:pt x="0" y="93091"/>
                  </a:lnTo>
                  <a:close/>
                </a:path>
              </a:pathLst>
            </a:custGeom>
            <a:ln w="127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1327150" y="2956178"/>
            <a:ext cx="5049520" cy="7200900"/>
            <a:chOff x="1327150" y="2956178"/>
            <a:chExt cx="5049520" cy="7200900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12085" y="9588850"/>
              <a:ext cx="1911858" cy="56774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09036" y="9564522"/>
              <a:ext cx="1896110" cy="55816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709036" y="9564522"/>
              <a:ext cx="1896110" cy="558165"/>
            </a:xfrm>
            <a:custGeom>
              <a:avLst/>
              <a:gdLst/>
              <a:ahLst/>
              <a:cxnLst/>
              <a:rect l="l" t="t" r="r" b="b"/>
              <a:pathLst>
                <a:path w="1896110" h="558165">
                  <a:moveTo>
                    <a:pt x="0" y="93027"/>
                  </a:moveTo>
                  <a:lnTo>
                    <a:pt x="7365" y="56819"/>
                  </a:lnTo>
                  <a:lnTo>
                    <a:pt x="27305" y="27254"/>
                  </a:lnTo>
                  <a:lnTo>
                    <a:pt x="56895" y="7315"/>
                  </a:lnTo>
                  <a:lnTo>
                    <a:pt x="93090" y="0"/>
                  </a:lnTo>
                  <a:lnTo>
                    <a:pt x="1803018" y="0"/>
                  </a:lnTo>
                  <a:lnTo>
                    <a:pt x="1839214" y="7315"/>
                  </a:lnTo>
                  <a:lnTo>
                    <a:pt x="1868804" y="27254"/>
                  </a:lnTo>
                  <a:lnTo>
                    <a:pt x="1888743" y="56819"/>
                  </a:lnTo>
                  <a:lnTo>
                    <a:pt x="1896110" y="93027"/>
                  </a:lnTo>
                  <a:lnTo>
                    <a:pt x="1896110" y="465137"/>
                  </a:lnTo>
                  <a:lnTo>
                    <a:pt x="1888743" y="501345"/>
                  </a:lnTo>
                  <a:lnTo>
                    <a:pt x="1868804" y="530910"/>
                  </a:lnTo>
                  <a:lnTo>
                    <a:pt x="1839214" y="550849"/>
                  </a:lnTo>
                  <a:lnTo>
                    <a:pt x="1803018" y="558165"/>
                  </a:lnTo>
                  <a:lnTo>
                    <a:pt x="93090" y="558165"/>
                  </a:lnTo>
                  <a:lnTo>
                    <a:pt x="56895" y="550849"/>
                  </a:lnTo>
                  <a:lnTo>
                    <a:pt x="27305" y="530910"/>
                  </a:lnTo>
                  <a:lnTo>
                    <a:pt x="7365" y="501345"/>
                  </a:lnTo>
                  <a:lnTo>
                    <a:pt x="0" y="465137"/>
                  </a:lnTo>
                  <a:lnTo>
                    <a:pt x="0" y="93027"/>
                  </a:lnTo>
                  <a:close/>
                </a:path>
              </a:pathLst>
            </a:custGeom>
            <a:ln w="12698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21892" y="2956178"/>
              <a:ext cx="4852035" cy="6914515"/>
            </a:xfrm>
            <a:custGeom>
              <a:avLst/>
              <a:gdLst/>
              <a:ahLst/>
              <a:cxnLst/>
              <a:rect l="l" t="t" r="r" b="b"/>
              <a:pathLst>
                <a:path w="4852035" h="6914515">
                  <a:moveTo>
                    <a:pt x="1307211" y="6829488"/>
                  </a:moveTo>
                  <a:lnTo>
                    <a:pt x="1278763" y="6839737"/>
                  </a:lnTo>
                  <a:lnTo>
                    <a:pt x="40640" y="3407664"/>
                  </a:lnTo>
                  <a:lnTo>
                    <a:pt x="1251458" y="5653659"/>
                  </a:lnTo>
                  <a:lnTo>
                    <a:pt x="1224915" y="5667883"/>
                  </a:lnTo>
                  <a:lnTo>
                    <a:pt x="1294638" y="5716905"/>
                  </a:lnTo>
                  <a:lnTo>
                    <a:pt x="1291971" y="5631815"/>
                  </a:lnTo>
                  <a:lnTo>
                    <a:pt x="1265555" y="5646039"/>
                  </a:lnTo>
                  <a:lnTo>
                    <a:pt x="38227" y="3369564"/>
                  </a:lnTo>
                  <a:lnTo>
                    <a:pt x="1231519" y="4383913"/>
                  </a:lnTo>
                  <a:lnTo>
                    <a:pt x="1211961" y="4406900"/>
                  </a:lnTo>
                  <a:lnTo>
                    <a:pt x="1294638" y="4427220"/>
                  </a:lnTo>
                  <a:lnTo>
                    <a:pt x="1261237" y="4348861"/>
                  </a:lnTo>
                  <a:lnTo>
                    <a:pt x="1241679" y="4371848"/>
                  </a:lnTo>
                  <a:lnTo>
                    <a:pt x="27559" y="3339846"/>
                  </a:lnTo>
                  <a:lnTo>
                    <a:pt x="1223645" y="2993009"/>
                  </a:lnTo>
                  <a:lnTo>
                    <a:pt x="1232027" y="3021965"/>
                  </a:lnTo>
                  <a:lnTo>
                    <a:pt x="1294638" y="2964180"/>
                  </a:lnTo>
                  <a:lnTo>
                    <a:pt x="1210818" y="2948813"/>
                  </a:lnTo>
                  <a:lnTo>
                    <a:pt x="1219200" y="2977769"/>
                  </a:lnTo>
                  <a:lnTo>
                    <a:pt x="30353" y="3322574"/>
                  </a:lnTo>
                  <a:lnTo>
                    <a:pt x="1257935" y="1539875"/>
                  </a:lnTo>
                  <a:lnTo>
                    <a:pt x="1282827" y="1557020"/>
                  </a:lnTo>
                  <a:lnTo>
                    <a:pt x="1294638" y="1472565"/>
                  </a:lnTo>
                  <a:lnTo>
                    <a:pt x="1220089" y="1513713"/>
                  </a:lnTo>
                  <a:lnTo>
                    <a:pt x="1244854" y="1530858"/>
                  </a:lnTo>
                  <a:lnTo>
                    <a:pt x="42545" y="3276981"/>
                  </a:lnTo>
                  <a:lnTo>
                    <a:pt x="1274699" y="74041"/>
                  </a:lnTo>
                  <a:lnTo>
                    <a:pt x="1302893" y="84836"/>
                  </a:lnTo>
                  <a:lnTo>
                    <a:pt x="1294638" y="0"/>
                  </a:lnTo>
                  <a:lnTo>
                    <a:pt x="1231773" y="57531"/>
                  </a:lnTo>
                  <a:lnTo>
                    <a:pt x="1259840" y="68326"/>
                  </a:lnTo>
                  <a:lnTo>
                    <a:pt x="3937" y="3333496"/>
                  </a:lnTo>
                  <a:lnTo>
                    <a:pt x="11303" y="3336417"/>
                  </a:lnTo>
                  <a:lnTo>
                    <a:pt x="4318" y="3340100"/>
                  </a:lnTo>
                  <a:lnTo>
                    <a:pt x="0" y="3341751"/>
                  </a:lnTo>
                  <a:lnTo>
                    <a:pt x="1263904" y="6845097"/>
                  </a:lnTo>
                  <a:lnTo>
                    <a:pt x="1235456" y="6855346"/>
                  </a:lnTo>
                  <a:lnTo>
                    <a:pt x="1297178" y="6914096"/>
                  </a:lnTo>
                  <a:lnTo>
                    <a:pt x="1307211" y="6829488"/>
                  </a:lnTo>
                  <a:close/>
                </a:path>
                <a:path w="4852035" h="6914515">
                  <a:moveTo>
                    <a:pt x="4851527" y="3240659"/>
                  </a:moveTo>
                  <a:lnTo>
                    <a:pt x="4850130" y="3240024"/>
                  </a:lnTo>
                  <a:lnTo>
                    <a:pt x="4850257" y="3239770"/>
                  </a:lnTo>
                  <a:lnTo>
                    <a:pt x="4843653" y="3235452"/>
                  </a:lnTo>
                  <a:lnTo>
                    <a:pt x="4850638" y="3231642"/>
                  </a:lnTo>
                  <a:lnTo>
                    <a:pt x="3232912" y="112268"/>
                  </a:lnTo>
                  <a:lnTo>
                    <a:pt x="3259709" y="98425"/>
                  </a:lnTo>
                  <a:lnTo>
                    <a:pt x="3190748" y="48260"/>
                  </a:lnTo>
                  <a:lnTo>
                    <a:pt x="3192018" y="133477"/>
                  </a:lnTo>
                  <a:lnTo>
                    <a:pt x="3218815" y="119634"/>
                  </a:lnTo>
                  <a:lnTo>
                    <a:pt x="4810125" y="3187954"/>
                  </a:lnTo>
                  <a:lnTo>
                    <a:pt x="3248660" y="1522730"/>
                  </a:lnTo>
                  <a:lnTo>
                    <a:pt x="3270631" y="1502156"/>
                  </a:lnTo>
                  <a:lnTo>
                    <a:pt x="3190748" y="1472565"/>
                  </a:lnTo>
                  <a:lnTo>
                    <a:pt x="3215132" y="1554226"/>
                  </a:lnTo>
                  <a:lnTo>
                    <a:pt x="3236976" y="1533652"/>
                  </a:lnTo>
                  <a:lnTo>
                    <a:pt x="4821809" y="3223768"/>
                  </a:lnTo>
                  <a:lnTo>
                    <a:pt x="3267329" y="2968752"/>
                  </a:lnTo>
                  <a:lnTo>
                    <a:pt x="3272155" y="2938907"/>
                  </a:lnTo>
                  <a:lnTo>
                    <a:pt x="3190748" y="2964180"/>
                  </a:lnTo>
                  <a:lnTo>
                    <a:pt x="3259836" y="3014091"/>
                  </a:lnTo>
                  <a:lnTo>
                    <a:pt x="3264662" y="2984373"/>
                  </a:lnTo>
                  <a:lnTo>
                    <a:pt x="4823460" y="3240151"/>
                  </a:lnTo>
                  <a:lnTo>
                    <a:pt x="3247898" y="4376293"/>
                  </a:lnTo>
                  <a:lnTo>
                    <a:pt x="3230245" y="4351782"/>
                  </a:lnTo>
                  <a:lnTo>
                    <a:pt x="3190748" y="4427220"/>
                  </a:lnTo>
                  <a:lnTo>
                    <a:pt x="3274822" y="4413631"/>
                  </a:lnTo>
                  <a:lnTo>
                    <a:pt x="3257169" y="4389120"/>
                  </a:lnTo>
                  <a:lnTo>
                    <a:pt x="4812792" y="3267456"/>
                  </a:lnTo>
                  <a:lnTo>
                    <a:pt x="3226308" y="5649087"/>
                  </a:lnTo>
                  <a:lnTo>
                    <a:pt x="3201289" y="5632450"/>
                  </a:lnTo>
                  <a:lnTo>
                    <a:pt x="3190748" y="5716905"/>
                  </a:lnTo>
                  <a:lnTo>
                    <a:pt x="3264662" y="5674614"/>
                  </a:lnTo>
                  <a:lnTo>
                    <a:pt x="3239516" y="5657977"/>
                  </a:lnTo>
                  <a:lnTo>
                    <a:pt x="4801997" y="3312287"/>
                  </a:lnTo>
                  <a:lnTo>
                    <a:pt x="3217291" y="6840741"/>
                  </a:lnTo>
                  <a:lnTo>
                    <a:pt x="3189732" y="6828358"/>
                  </a:lnTo>
                  <a:lnTo>
                    <a:pt x="3193288" y="6913473"/>
                  </a:lnTo>
                  <a:lnTo>
                    <a:pt x="3259201" y="6859575"/>
                  </a:lnTo>
                  <a:lnTo>
                    <a:pt x="3231769" y="6847243"/>
                  </a:lnTo>
                  <a:lnTo>
                    <a:pt x="4851527" y="3240659"/>
                  </a:lnTo>
                  <a:close/>
                </a:path>
              </a:pathLst>
            </a:custGeom>
            <a:solidFill>
              <a:srgbClr val="739C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47765" y="6153784"/>
              <a:ext cx="128803" cy="14401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36970" y="6131813"/>
              <a:ext cx="125095" cy="13906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7437" y="6214770"/>
              <a:ext cx="128803" cy="140944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27150" y="6191503"/>
              <a:ext cx="125094" cy="139064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42" name="object 42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45" name="object 45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7" name="object 47"/>
          <p:cNvGrpSpPr/>
          <p:nvPr/>
        </p:nvGrpSpPr>
        <p:grpSpPr>
          <a:xfrm>
            <a:off x="533704" y="10290682"/>
            <a:ext cx="6491605" cy="96520"/>
            <a:chOff x="533704" y="10290682"/>
            <a:chExt cx="6491605" cy="96520"/>
          </a:xfrm>
        </p:grpSpPr>
        <p:sp>
          <p:nvSpPr>
            <p:cNvPr id="48" name="object 48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4" name="object 104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105" name="object 105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1" name="object 161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62" name="object 162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4" name="object 164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65" name="object 165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9" name="object 249"/>
          <p:cNvGrpSpPr/>
          <p:nvPr/>
        </p:nvGrpSpPr>
        <p:grpSpPr>
          <a:xfrm>
            <a:off x="304800" y="533094"/>
            <a:ext cx="96520" cy="9625965"/>
            <a:chOff x="304800" y="533094"/>
            <a:chExt cx="96520" cy="9625965"/>
          </a:xfrm>
        </p:grpSpPr>
        <p:sp>
          <p:nvSpPr>
            <p:cNvPr id="250" name="object 250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2" name="object 332"/>
          <p:cNvSpPr txBox="1"/>
          <p:nvPr/>
        </p:nvSpPr>
        <p:spPr>
          <a:xfrm>
            <a:off x="1582038" y="1493647"/>
            <a:ext cx="22396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775" indent="-219710">
              <a:lnSpc>
                <a:spcPct val="100000"/>
              </a:lnSpc>
              <a:spcBef>
                <a:spcPts val="105"/>
              </a:spcBef>
              <a:buClr>
                <a:srgbClr val="1F1F1F"/>
              </a:buClr>
              <a:buFont typeface="Symbol"/>
              <a:buChar char=""/>
              <a:tabLst>
                <a:tab pos="232410" algn="l"/>
              </a:tabLst>
            </a:pPr>
            <a:r>
              <a:rPr sz="1600" b="1" u="heavy" spc="-5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USECASE</a:t>
            </a:r>
            <a:r>
              <a:rPr sz="1600" b="1" u="heavy" spc="-9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10" dirty="0">
                <a:solidFill>
                  <a:srgbClr val="1F1F1F"/>
                </a:solidFill>
                <a:uFill>
                  <a:solidFill>
                    <a:srgbClr val="1F1F1F"/>
                  </a:solidFill>
                </a:uFill>
                <a:latin typeface="Times New Roman"/>
                <a:cs typeface="Times New Roman"/>
              </a:rPr>
              <a:t>DIAGRAM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3" name="object 333"/>
          <p:cNvSpPr txBox="1"/>
          <p:nvPr/>
        </p:nvSpPr>
        <p:spPr>
          <a:xfrm>
            <a:off x="3219450" y="2764916"/>
            <a:ext cx="9080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Calibri"/>
                <a:cs typeface="Calibri"/>
              </a:rPr>
              <a:t>U</a:t>
            </a:r>
            <a:r>
              <a:rPr sz="1600" spc="-5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na</a:t>
            </a:r>
            <a:r>
              <a:rPr sz="1600" spc="-10" dirty="0">
                <a:latin typeface="Calibri"/>
                <a:cs typeface="Calibri"/>
              </a:rPr>
              <a:t>m</a:t>
            </a:r>
            <a:r>
              <a:rPr sz="1600" dirty="0">
                <a:latin typeface="Calibri"/>
                <a:cs typeface="Calibri"/>
              </a:rPr>
              <a:t>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4" name="object 334"/>
          <p:cNvSpPr txBox="1"/>
          <p:nvPr/>
        </p:nvSpPr>
        <p:spPr>
          <a:xfrm>
            <a:off x="3283458" y="4216146"/>
            <a:ext cx="7804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d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U</a:t>
            </a:r>
            <a:r>
              <a:rPr sz="1600" spc="-3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5" name="object 335"/>
          <p:cNvSpPr txBox="1"/>
          <p:nvPr/>
        </p:nvSpPr>
        <p:spPr>
          <a:xfrm>
            <a:off x="3283458" y="5713221"/>
            <a:ext cx="7804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5" dirty="0">
                <a:latin typeface="Calibri"/>
                <a:cs typeface="Calibri"/>
              </a:rPr>
              <a:t>d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5" dirty="0">
                <a:latin typeface="Calibri"/>
                <a:cs typeface="Calibri"/>
              </a:rPr>
              <a:t>U</a:t>
            </a:r>
            <a:r>
              <a:rPr sz="1600" spc="-3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6" name="object 336"/>
          <p:cNvSpPr txBox="1"/>
          <p:nvPr/>
        </p:nvSpPr>
        <p:spPr>
          <a:xfrm>
            <a:off x="3121914" y="7143114"/>
            <a:ext cx="110045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Calibri"/>
                <a:cs typeface="Calibri"/>
              </a:rPr>
              <a:t>U</a:t>
            </a:r>
            <a:r>
              <a:rPr sz="1600" spc="-5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10" dirty="0">
                <a:latin typeface="Calibri"/>
                <a:cs typeface="Calibri"/>
              </a:rPr>
              <a:t>cco</a:t>
            </a:r>
            <a:r>
              <a:rPr sz="1600" spc="-30" dirty="0">
                <a:latin typeface="Calibri"/>
                <a:cs typeface="Calibri"/>
              </a:rPr>
              <a:t>u</a:t>
            </a:r>
            <a:r>
              <a:rPr sz="1600" spc="-5" dirty="0">
                <a:latin typeface="Calibri"/>
                <a:cs typeface="Calibri"/>
              </a:rPr>
              <a:t>nt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7" name="object 337"/>
          <p:cNvSpPr txBox="1"/>
          <p:nvPr/>
        </p:nvSpPr>
        <p:spPr>
          <a:xfrm>
            <a:off x="3439159" y="8450960"/>
            <a:ext cx="4648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latin typeface="Calibri"/>
                <a:cs typeface="Calibri"/>
              </a:rPr>
              <a:t>L</a:t>
            </a:r>
            <a:r>
              <a:rPr sz="1600" spc="-40" dirty="0">
                <a:latin typeface="Calibri"/>
                <a:cs typeface="Calibri"/>
              </a:rPr>
              <a:t>o</a:t>
            </a:r>
            <a:r>
              <a:rPr sz="1600" spc="10" dirty="0">
                <a:latin typeface="Calibri"/>
                <a:cs typeface="Calibri"/>
              </a:rPr>
              <a:t>g</a:t>
            </a:r>
            <a:r>
              <a:rPr sz="1600" spc="-10" dirty="0">
                <a:latin typeface="Calibri"/>
                <a:cs typeface="Calibri"/>
              </a:rPr>
              <a:t>i</a:t>
            </a:r>
            <a:r>
              <a:rPr sz="1600" dirty="0">
                <a:latin typeface="Calibri"/>
                <a:cs typeface="Calibri"/>
              </a:rPr>
              <a:t>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8" name="object 338"/>
          <p:cNvSpPr txBox="1"/>
          <p:nvPr/>
        </p:nvSpPr>
        <p:spPr>
          <a:xfrm>
            <a:off x="3353561" y="9618674"/>
            <a:ext cx="61849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5" dirty="0">
                <a:latin typeface="Calibri"/>
                <a:cs typeface="Calibri"/>
              </a:rPr>
              <a:t>U</a:t>
            </a:r>
            <a:r>
              <a:rPr sz="1600" spc="-5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e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ID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04254" y="2456179"/>
            <a:ext cx="311785" cy="6807200"/>
            <a:chOff x="6104254" y="2456179"/>
            <a:chExt cx="311785" cy="6807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604" y="2462528"/>
              <a:ext cx="299084" cy="6794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110604" y="2462529"/>
              <a:ext cx="299085" cy="6794500"/>
            </a:xfrm>
            <a:custGeom>
              <a:avLst/>
              <a:gdLst/>
              <a:ahLst/>
              <a:cxnLst/>
              <a:rect l="l" t="t" r="r" b="b"/>
              <a:pathLst>
                <a:path w="299085" h="6794500">
                  <a:moveTo>
                    <a:pt x="0" y="6794500"/>
                  </a:moveTo>
                  <a:lnTo>
                    <a:pt x="299085" y="6794500"/>
                  </a:lnTo>
                  <a:lnTo>
                    <a:pt x="299085" y="0"/>
                  </a:lnTo>
                  <a:lnTo>
                    <a:pt x="0" y="0"/>
                  </a:lnTo>
                  <a:lnTo>
                    <a:pt x="0" y="67945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457325" y="2456179"/>
            <a:ext cx="4651375" cy="7508240"/>
            <a:chOff x="1457325" y="2456179"/>
            <a:chExt cx="4651375" cy="75082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88385" y="2462528"/>
              <a:ext cx="299084" cy="6794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88385" y="2462529"/>
              <a:ext cx="299085" cy="6794500"/>
            </a:xfrm>
            <a:custGeom>
              <a:avLst/>
              <a:gdLst/>
              <a:ahLst/>
              <a:cxnLst/>
              <a:rect l="l" t="t" r="r" b="b"/>
              <a:pathLst>
                <a:path w="299085" h="6794500">
                  <a:moveTo>
                    <a:pt x="0" y="6794500"/>
                  </a:moveTo>
                  <a:lnTo>
                    <a:pt x="299085" y="6794500"/>
                  </a:lnTo>
                  <a:lnTo>
                    <a:pt x="299085" y="0"/>
                  </a:lnTo>
                  <a:lnTo>
                    <a:pt x="0" y="0"/>
                  </a:lnTo>
                  <a:lnTo>
                    <a:pt x="0" y="67945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57325" y="3065779"/>
              <a:ext cx="4651375" cy="4655185"/>
            </a:xfrm>
            <a:custGeom>
              <a:avLst/>
              <a:gdLst/>
              <a:ahLst/>
              <a:cxnLst/>
              <a:rect l="l" t="t" r="r" b="b"/>
              <a:pathLst>
                <a:path w="4651375" h="4655184">
                  <a:moveTo>
                    <a:pt x="2126615" y="3651250"/>
                  </a:moveTo>
                  <a:lnTo>
                    <a:pt x="2050415" y="3613150"/>
                  </a:lnTo>
                  <a:lnTo>
                    <a:pt x="2050415" y="3648075"/>
                  </a:lnTo>
                  <a:lnTo>
                    <a:pt x="635" y="3648075"/>
                  </a:lnTo>
                  <a:lnTo>
                    <a:pt x="635" y="3654425"/>
                  </a:lnTo>
                  <a:lnTo>
                    <a:pt x="2050415" y="3654425"/>
                  </a:lnTo>
                  <a:lnTo>
                    <a:pt x="2050415" y="3689350"/>
                  </a:lnTo>
                  <a:lnTo>
                    <a:pt x="2126615" y="3651250"/>
                  </a:lnTo>
                  <a:close/>
                </a:path>
                <a:path w="4651375" h="4655184">
                  <a:moveTo>
                    <a:pt x="2128520" y="2614295"/>
                  </a:moveTo>
                  <a:lnTo>
                    <a:pt x="76835" y="2614295"/>
                  </a:lnTo>
                  <a:lnTo>
                    <a:pt x="76835" y="2579370"/>
                  </a:lnTo>
                  <a:lnTo>
                    <a:pt x="635" y="2617470"/>
                  </a:lnTo>
                  <a:lnTo>
                    <a:pt x="76835" y="2655570"/>
                  </a:lnTo>
                  <a:lnTo>
                    <a:pt x="76835" y="2620645"/>
                  </a:lnTo>
                  <a:lnTo>
                    <a:pt x="2128520" y="2620645"/>
                  </a:lnTo>
                  <a:lnTo>
                    <a:pt x="2128520" y="2614295"/>
                  </a:lnTo>
                  <a:close/>
                </a:path>
                <a:path w="4651375" h="4655184">
                  <a:moveTo>
                    <a:pt x="2128520" y="1751330"/>
                  </a:moveTo>
                  <a:lnTo>
                    <a:pt x="2052320" y="1713230"/>
                  </a:lnTo>
                  <a:lnTo>
                    <a:pt x="2052320" y="1748155"/>
                  </a:lnTo>
                  <a:lnTo>
                    <a:pt x="635" y="1748155"/>
                  </a:lnTo>
                  <a:lnTo>
                    <a:pt x="635" y="1754505"/>
                  </a:lnTo>
                  <a:lnTo>
                    <a:pt x="2052320" y="1754505"/>
                  </a:lnTo>
                  <a:lnTo>
                    <a:pt x="2052320" y="1789430"/>
                  </a:lnTo>
                  <a:lnTo>
                    <a:pt x="2128520" y="1751330"/>
                  </a:lnTo>
                  <a:close/>
                </a:path>
                <a:path w="4651375" h="4655184">
                  <a:moveTo>
                    <a:pt x="2128520" y="40640"/>
                  </a:moveTo>
                  <a:lnTo>
                    <a:pt x="2052320" y="2540"/>
                  </a:lnTo>
                  <a:lnTo>
                    <a:pt x="2052320" y="37465"/>
                  </a:lnTo>
                  <a:lnTo>
                    <a:pt x="0" y="37465"/>
                  </a:lnTo>
                  <a:lnTo>
                    <a:pt x="0" y="43815"/>
                  </a:lnTo>
                  <a:lnTo>
                    <a:pt x="2052320" y="43815"/>
                  </a:lnTo>
                  <a:lnTo>
                    <a:pt x="2052320" y="78740"/>
                  </a:lnTo>
                  <a:lnTo>
                    <a:pt x="2128520" y="40640"/>
                  </a:lnTo>
                  <a:close/>
                </a:path>
                <a:path w="4651375" h="4655184">
                  <a:moveTo>
                    <a:pt x="4649470" y="4613910"/>
                  </a:moveTo>
                  <a:lnTo>
                    <a:pt x="76835" y="4613910"/>
                  </a:lnTo>
                  <a:lnTo>
                    <a:pt x="76835" y="4578985"/>
                  </a:lnTo>
                  <a:lnTo>
                    <a:pt x="635" y="4617085"/>
                  </a:lnTo>
                  <a:lnTo>
                    <a:pt x="76835" y="4655185"/>
                  </a:lnTo>
                  <a:lnTo>
                    <a:pt x="76835" y="4620260"/>
                  </a:lnTo>
                  <a:lnTo>
                    <a:pt x="4649470" y="4620260"/>
                  </a:lnTo>
                  <a:lnTo>
                    <a:pt x="4649470" y="4613910"/>
                  </a:lnTo>
                  <a:close/>
                </a:path>
                <a:path w="4651375" h="4655184">
                  <a:moveTo>
                    <a:pt x="4649470" y="3648075"/>
                  </a:moveTo>
                  <a:lnTo>
                    <a:pt x="4573270" y="3609975"/>
                  </a:lnTo>
                  <a:lnTo>
                    <a:pt x="4573270" y="3644900"/>
                  </a:lnTo>
                  <a:lnTo>
                    <a:pt x="2428240" y="3644900"/>
                  </a:lnTo>
                  <a:lnTo>
                    <a:pt x="2428240" y="3651250"/>
                  </a:lnTo>
                  <a:lnTo>
                    <a:pt x="4573270" y="3651250"/>
                  </a:lnTo>
                  <a:lnTo>
                    <a:pt x="4573270" y="3686175"/>
                  </a:lnTo>
                  <a:lnTo>
                    <a:pt x="4649470" y="3648075"/>
                  </a:lnTo>
                  <a:close/>
                </a:path>
                <a:path w="4651375" h="4655184">
                  <a:moveTo>
                    <a:pt x="4651375" y="880745"/>
                  </a:moveTo>
                  <a:lnTo>
                    <a:pt x="76835" y="880745"/>
                  </a:lnTo>
                  <a:lnTo>
                    <a:pt x="76835" y="845820"/>
                  </a:lnTo>
                  <a:lnTo>
                    <a:pt x="635" y="883920"/>
                  </a:lnTo>
                  <a:lnTo>
                    <a:pt x="76835" y="922020"/>
                  </a:lnTo>
                  <a:lnTo>
                    <a:pt x="76835" y="887095"/>
                  </a:lnTo>
                  <a:lnTo>
                    <a:pt x="4651375" y="887095"/>
                  </a:lnTo>
                  <a:lnTo>
                    <a:pt x="4651375" y="880745"/>
                  </a:lnTo>
                  <a:close/>
                </a:path>
                <a:path w="4651375" h="4655184">
                  <a:moveTo>
                    <a:pt x="4651375" y="38100"/>
                  </a:moveTo>
                  <a:lnTo>
                    <a:pt x="4575175" y="0"/>
                  </a:lnTo>
                  <a:lnTo>
                    <a:pt x="4575175" y="34925"/>
                  </a:lnTo>
                  <a:lnTo>
                    <a:pt x="2428240" y="34925"/>
                  </a:lnTo>
                  <a:lnTo>
                    <a:pt x="2428240" y="41275"/>
                  </a:lnTo>
                  <a:lnTo>
                    <a:pt x="4575175" y="41275"/>
                  </a:lnTo>
                  <a:lnTo>
                    <a:pt x="4575175" y="76200"/>
                  </a:lnTo>
                  <a:lnTo>
                    <a:pt x="4651375" y="3810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23060" y="2980054"/>
              <a:ext cx="4077970" cy="3972560"/>
            </a:xfrm>
            <a:custGeom>
              <a:avLst/>
              <a:gdLst/>
              <a:ahLst/>
              <a:cxnLst/>
              <a:rect l="l" t="t" r="r" b="b"/>
              <a:pathLst>
                <a:path w="4077970" h="3972559">
                  <a:moveTo>
                    <a:pt x="1592580" y="0"/>
                  </a:moveTo>
                  <a:lnTo>
                    <a:pt x="220980" y="0"/>
                  </a:lnTo>
                  <a:lnTo>
                    <a:pt x="220980" y="267970"/>
                  </a:lnTo>
                  <a:lnTo>
                    <a:pt x="1592580" y="267970"/>
                  </a:lnTo>
                  <a:lnTo>
                    <a:pt x="1592580" y="0"/>
                  </a:lnTo>
                  <a:close/>
                </a:path>
                <a:path w="4077970" h="3972559">
                  <a:moveTo>
                    <a:pt x="1617980" y="2579370"/>
                  </a:moveTo>
                  <a:lnTo>
                    <a:pt x="246380" y="2579370"/>
                  </a:lnTo>
                  <a:lnTo>
                    <a:pt x="246380" y="2847340"/>
                  </a:lnTo>
                  <a:lnTo>
                    <a:pt x="1617980" y="2847340"/>
                  </a:lnTo>
                  <a:lnTo>
                    <a:pt x="1617980" y="2579370"/>
                  </a:lnTo>
                  <a:close/>
                </a:path>
                <a:path w="4077970" h="3972559">
                  <a:moveTo>
                    <a:pt x="1618615" y="1682115"/>
                  </a:moveTo>
                  <a:lnTo>
                    <a:pt x="247015" y="1682115"/>
                  </a:lnTo>
                  <a:lnTo>
                    <a:pt x="247015" y="1950085"/>
                  </a:lnTo>
                  <a:lnTo>
                    <a:pt x="1618615" y="1950085"/>
                  </a:lnTo>
                  <a:lnTo>
                    <a:pt x="1618615" y="1682115"/>
                  </a:lnTo>
                  <a:close/>
                </a:path>
                <a:path w="4077970" h="3972559">
                  <a:moveTo>
                    <a:pt x="1694180" y="3507740"/>
                  </a:moveTo>
                  <a:lnTo>
                    <a:pt x="0" y="3507740"/>
                  </a:lnTo>
                  <a:lnTo>
                    <a:pt x="0" y="3972560"/>
                  </a:lnTo>
                  <a:lnTo>
                    <a:pt x="1694180" y="3972560"/>
                  </a:lnTo>
                  <a:lnTo>
                    <a:pt x="1694180" y="3507740"/>
                  </a:lnTo>
                  <a:close/>
                </a:path>
                <a:path w="4077970" h="3972559">
                  <a:moveTo>
                    <a:pt x="4006850" y="2540"/>
                  </a:moveTo>
                  <a:lnTo>
                    <a:pt x="2635250" y="2540"/>
                  </a:lnTo>
                  <a:lnTo>
                    <a:pt x="2635250" y="270510"/>
                  </a:lnTo>
                  <a:lnTo>
                    <a:pt x="4006850" y="270510"/>
                  </a:lnTo>
                  <a:lnTo>
                    <a:pt x="4006850" y="2540"/>
                  </a:lnTo>
                  <a:close/>
                </a:path>
                <a:path w="4077970" h="3972559">
                  <a:moveTo>
                    <a:pt x="4077970" y="3613150"/>
                  </a:moveTo>
                  <a:lnTo>
                    <a:pt x="2706370" y="3613150"/>
                  </a:lnTo>
                  <a:lnTo>
                    <a:pt x="2706370" y="3881120"/>
                  </a:lnTo>
                  <a:lnTo>
                    <a:pt x="4077970" y="3881120"/>
                  </a:lnTo>
                  <a:lnTo>
                    <a:pt x="4077970" y="36131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36339" y="2459989"/>
              <a:ext cx="0" cy="7504430"/>
            </a:xfrm>
            <a:custGeom>
              <a:avLst/>
              <a:gdLst/>
              <a:ahLst/>
              <a:cxnLst/>
              <a:rect l="l" t="t" r="r" b="b"/>
              <a:pathLst>
                <a:path h="7504430">
                  <a:moveTo>
                    <a:pt x="0" y="5384165"/>
                  </a:moveTo>
                  <a:lnTo>
                    <a:pt x="0" y="7503807"/>
                  </a:lnTo>
                </a:path>
                <a:path h="7504430">
                  <a:moveTo>
                    <a:pt x="0" y="1633854"/>
                  </a:moveTo>
                  <a:lnTo>
                    <a:pt x="0" y="5116195"/>
                  </a:lnTo>
                </a:path>
                <a:path h="7504430">
                  <a:moveTo>
                    <a:pt x="0" y="0"/>
                  </a:moveTo>
                  <a:lnTo>
                    <a:pt x="0" y="1365885"/>
                  </a:lnTo>
                </a:path>
              </a:pathLst>
            </a:custGeom>
            <a:ln w="9525">
              <a:solidFill>
                <a:srgbClr val="EB7B2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2444" y="3825874"/>
              <a:ext cx="1371600" cy="267970"/>
            </a:xfrm>
            <a:custGeom>
              <a:avLst/>
              <a:gdLst/>
              <a:ahLst/>
              <a:cxnLst/>
              <a:rect l="l" t="t" r="r" b="b"/>
              <a:pathLst>
                <a:path w="1371600" h="267970">
                  <a:moveTo>
                    <a:pt x="1371600" y="0"/>
                  </a:moveTo>
                  <a:lnTo>
                    <a:pt x="0" y="0"/>
                  </a:lnTo>
                  <a:lnTo>
                    <a:pt x="0" y="267970"/>
                  </a:lnTo>
                  <a:lnTo>
                    <a:pt x="1371600" y="267970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2444" y="3825874"/>
              <a:ext cx="1371600" cy="267970"/>
            </a:xfrm>
            <a:custGeom>
              <a:avLst/>
              <a:gdLst/>
              <a:ahLst/>
              <a:cxnLst/>
              <a:rect l="l" t="t" r="r" b="b"/>
              <a:pathLst>
                <a:path w="1371600" h="267970">
                  <a:moveTo>
                    <a:pt x="0" y="267970"/>
                  </a:moveTo>
                  <a:lnTo>
                    <a:pt x="1371600" y="267970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267970"/>
                  </a:lnTo>
                  <a:close/>
                </a:path>
              </a:pathLst>
            </a:custGeom>
            <a:ln w="1270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06064" y="7576184"/>
              <a:ext cx="1883410" cy="267970"/>
            </a:xfrm>
            <a:custGeom>
              <a:avLst/>
              <a:gdLst/>
              <a:ahLst/>
              <a:cxnLst/>
              <a:rect l="l" t="t" r="r" b="b"/>
              <a:pathLst>
                <a:path w="1883410" h="267970">
                  <a:moveTo>
                    <a:pt x="1883410" y="0"/>
                  </a:moveTo>
                  <a:lnTo>
                    <a:pt x="0" y="0"/>
                  </a:lnTo>
                  <a:lnTo>
                    <a:pt x="0" y="267969"/>
                  </a:lnTo>
                  <a:lnTo>
                    <a:pt x="1883410" y="267969"/>
                  </a:lnTo>
                  <a:lnTo>
                    <a:pt x="18834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806064" y="7576184"/>
              <a:ext cx="1883410" cy="267970"/>
            </a:xfrm>
            <a:custGeom>
              <a:avLst/>
              <a:gdLst/>
              <a:ahLst/>
              <a:cxnLst/>
              <a:rect l="l" t="t" r="r" b="b"/>
              <a:pathLst>
                <a:path w="1883410" h="267970">
                  <a:moveTo>
                    <a:pt x="0" y="267969"/>
                  </a:moveTo>
                  <a:lnTo>
                    <a:pt x="1883410" y="267969"/>
                  </a:lnTo>
                  <a:lnTo>
                    <a:pt x="1883410" y="0"/>
                  </a:lnTo>
                  <a:lnTo>
                    <a:pt x="0" y="0"/>
                  </a:lnTo>
                  <a:lnTo>
                    <a:pt x="0" y="267969"/>
                  </a:lnTo>
                  <a:close/>
                </a:path>
              </a:pathLst>
            </a:custGeom>
            <a:ln w="1270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049985" y="9283191"/>
            <a:ext cx="524510" cy="982344"/>
            <a:chOff x="1049985" y="9283191"/>
            <a:chExt cx="524510" cy="982344"/>
          </a:xfrm>
        </p:grpSpPr>
        <p:sp>
          <p:nvSpPr>
            <p:cNvPr id="16" name="object 16"/>
            <p:cNvSpPr/>
            <p:nvPr/>
          </p:nvSpPr>
          <p:spPr>
            <a:xfrm>
              <a:off x="1316355" y="9283191"/>
              <a:ext cx="0" cy="626110"/>
            </a:xfrm>
            <a:custGeom>
              <a:avLst/>
              <a:gdLst/>
              <a:ahLst/>
              <a:cxnLst/>
              <a:rect l="l" t="t" r="r" b="b"/>
              <a:pathLst>
                <a:path h="626109">
                  <a:moveTo>
                    <a:pt x="0" y="0"/>
                  </a:moveTo>
                  <a:lnTo>
                    <a:pt x="0" y="625995"/>
                  </a:lnTo>
                </a:path>
              </a:pathLst>
            </a:custGeom>
            <a:ln w="9525">
              <a:solidFill>
                <a:srgbClr val="EB7B2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56335" y="9669284"/>
              <a:ext cx="511809" cy="589915"/>
            </a:xfrm>
            <a:custGeom>
              <a:avLst/>
              <a:gdLst/>
              <a:ahLst/>
              <a:cxnLst/>
              <a:rect l="l" t="t" r="r" b="b"/>
              <a:pathLst>
                <a:path w="511809" h="589915">
                  <a:moveTo>
                    <a:pt x="0" y="0"/>
                  </a:moveTo>
                  <a:lnTo>
                    <a:pt x="255955" y="294830"/>
                  </a:lnTo>
                  <a:lnTo>
                    <a:pt x="511733" y="0"/>
                  </a:lnTo>
                  <a:lnTo>
                    <a:pt x="255955" y="294830"/>
                  </a:lnTo>
                  <a:lnTo>
                    <a:pt x="511733" y="589660"/>
                  </a:lnTo>
                  <a:lnTo>
                    <a:pt x="255955" y="294830"/>
                  </a:lnTo>
                  <a:lnTo>
                    <a:pt x="0" y="589660"/>
                  </a:lnTo>
                  <a:lnTo>
                    <a:pt x="255955" y="29483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6001130" y="9671824"/>
            <a:ext cx="511809" cy="589915"/>
          </a:xfrm>
          <a:custGeom>
            <a:avLst/>
            <a:gdLst/>
            <a:ahLst/>
            <a:cxnLst/>
            <a:rect l="l" t="t" r="r" b="b"/>
            <a:pathLst>
              <a:path w="511809" h="589915">
                <a:moveTo>
                  <a:pt x="0" y="0"/>
                </a:moveTo>
                <a:lnTo>
                  <a:pt x="255778" y="294830"/>
                </a:lnTo>
                <a:lnTo>
                  <a:pt x="511683" y="0"/>
                </a:lnTo>
                <a:lnTo>
                  <a:pt x="255778" y="294830"/>
                </a:lnTo>
                <a:lnTo>
                  <a:pt x="511683" y="589661"/>
                </a:lnTo>
                <a:lnTo>
                  <a:pt x="255778" y="294830"/>
                </a:lnTo>
                <a:lnTo>
                  <a:pt x="0" y="589661"/>
                </a:lnTo>
                <a:lnTo>
                  <a:pt x="255778" y="2948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1151255" y="2482341"/>
            <a:ext cx="311785" cy="7457440"/>
            <a:chOff x="1151255" y="2482341"/>
            <a:chExt cx="311785" cy="745744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7605" y="2488691"/>
              <a:ext cx="299084" cy="67945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57605" y="2488691"/>
              <a:ext cx="299085" cy="6794500"/>
            </a:xfrm>
            <a:custGeom>
              <a:avLst/>
              <a:gdLst/>
              <a:ahLst/>
              <a:cxnLst/>
              <a:rect l="l" t="t" r="r" b="b"/>
              <a:pathLst>
                <a:path w="299084" h="6794500">
                  <a:moveTo>
                    <a:pt x="0" y="6794500"/>
                  </a:moveTo>
                  <a:lnTo>
                    <a:pt x="299084" y="6794500"/>
                  </a:lnTo>
                  <a:lnTo>
                    <a:pt x="299084" y="0"/>
                  </a:lnTo>
                  <a:lnTo>
                    <a:pt x="0" y="0"/>
                  </a:lnTo>
                  <a:lnTo>
                    <a:pt x="0" y="6794500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18260" y="2489961"/>
              <a:ext cx="0" cy="7449820"/>
            </a:xfrm>
            <a:custGeom>
              <a:avLst/>
              <a:gdLst/>
              <a:ahLst/>
              <a:cxnLst/>
              <a:rect l="l" t="t" r="r" b="b"/>
              <a:pathLst>
                <a:path h="7449820">
                  <a:moveTo>
                    <a:pt x="0" y="0"/>
                  </a:moveTo>
                  <a:lnTo>
                    <a:pt x="0" y="7449248"/>
                  </a:lnTo>
                </a:path>
              </a:pathLst>
            </a:custGeom>
            <a:ln w="9525">
              <a:solidFill>
                <a:srgbClr val="EB7B2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3478910" y="9794075"/>
            <a:ext cx="511809" cy="589915"/>
          </a:xfrm>
          <a:custGeom>
            <a:avLst/>
            <a:gdLst/>
            <a:ahLst/>
            <a:cxnLst/>
            <a:rect l="l" t="t" r="r" b="b"/>
            <a:pathLst>
              <a:path w="511810" h="589915">
                <a:moveTo>
                  <a:pt x="0" y="0"/>
                </a:moveTo>
                <a:lnTo>
                  <a:pt x="255904" y="294830"/>
                </a:lnTo>
                <a:lnTo>
                  <a:pt x="511683" y="0"/>
                </a:lnTo>
                <a:lnTo>
                  <a:pt x="255904" y="294830"/>
                </a:lnTo>
                <a:lnTo>
                  <a:pt x="511683" y="589673"/>
                </a:lnTo>
                <a:lnTo>
                  <a:pt x="255904" y="294830"/>
                </a:lnTo>
                <a:lnTo>
                  <a:pt x="0" y="589673"/>
                </a:lnTo>
                <a:lnTo>
                  <a:pt x="255904" y="2948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172C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268720" y="2514218"/>
            <a:ext cx="0" cy="7504430"/>
          </a:xfrm>
          <a:custGeom>
            <a:avLst/>
            <a:gdLst/>
            <a:ahLst/>
            <a:cxnLst/>
            <a:rect l="l" t="t" r="r" b="b"/>
            <a:pathLst>
              <a:path h="7504430">
                <a:moveTo>
                  <a:pt x="0" y="0"/>
                </a:moveTo>
                <a:lnTo>
                  <a:pt x="0" y="7503883"/>
                </a:lnTo>
              </a:path>
            </a:pathLst>
          </a:custGeom>
          <a:ln w="9525">
            <a:solidFill>
              <a:srgbClr val="EB7B2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26" name="object 26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29" name="object 29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33704" y="10161447"/>
            <a:ext cx="6491605" cy="225425"/>
            <a:chOff x="533704" y="10161447"/>
            <a:chExt cx="6491605" cy="225425"/>
          </a:xfrm>
        </p:grpSpPr>
        <p:sp>
          <p:nvSpPr>
            <p:cNvPr id="32" name="object 32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97000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4" h="129540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228953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4" h="129540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60626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314446" y="10161447"/>
              <a:ext cx="229235" cy="225425"/>
            </a:xfrm>
            <a:custGeom>
              <a:avLst/>
              <a:gdLst/>
              <a:ahLst/>
              <a:cxnLst/>
              <a:rect l="l" t="t" r="r" b="b"/>
              <a:pathLst>
                <a:path w="229235" h="225425">
                  <a:moveTo>
                    <a:pt x="229209" y="185318"/>
                  </a:moveTo>
                  <a:lnTo>
                    <a:pt x="0" y="185318"/>
                  </a:lnTo>
                  <a:lnTo>
                    <a:pt x="0" y="225247"/>
                  </a:lnTo>
                  <a:lnTo>
                    <a:pt x="229209" y="225247"/>
                  </a:lnTo>
                  <a:lnTo>
                    <a:pt x="229209" y="185318"/>
                  </a:lnTo>
                  <a:close/>
                </a:path>
                <a:path w="229235" h="225425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546093" y="10346765"/>
              <a:ext cx="229235" cy="40005"/>
            </a:xfrm>
            <a:custGeom>
              <a:avLst/>
              <a:gdLst/>
              <a:ahLst/>
              <a:cxnLst/>
              <a:rect l="l" t="t" r="r" b="b"/>
              <a:pathLst>
                <a:path w="229235" h="40004">
                  <a:moveTo>
                    <a:pt x="229209" y="0"/>
                  </a:moveTo>
                  <a:lnTo>
                    <a:pt x="0" y="0"/>
                  </a:lnTo>
                  <a:lnTo>
                    <a:pt x="0" y="39928"/>
                  </a:lnTo>
                  <a:lnTo>
                    <a:pt x="229209" y="3992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777996" y="10161447"/>
              <a:ext cx="229235" cy="225425"/>
            </a:xfrm>
            <a:custGeom>
              <a:avLst/>
              <a:gdLst/>
              <a:ahLst/>
              <a:cxnLst/>
              <a:rect l="l" t="t" r="r" b="b"/>
              <a:pathLst>
                <a:path w="229235" h="225425">
                  <a:moveTo>
                    <a:pt x="228904" y="185318"/>
                  </a:moveTo>
                  <a:lnTo>
                    <a:pt x="0" y="185318"/>
                  </a:lnTo>
                  <a:lnTo>
                    <a:pt x="0" y="225247"/>
                  </a:lnTo>
                  <a:lnTo>
                    <a:pt x="228904" y="225247"/>
                  </a:lnTo>
                  <a:lnTo>
                    <a:pt x="228904" y="185318"/>
                  </a:lnTo>
                  <a:close/>
                </a:path>
                <a:path w="229235" h="225425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863462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095364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327012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4" h="129540">
                  <a:moveTo>
                    <a:pt x="228892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892" y="129235"/>
                  </a:lnTo>
                  <a:lnTo>
                    <a:pt x="2288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7" name="object 97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98" name="object 98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4" name="object 154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55" name="object 155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7" name="object 157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58" name="object 158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2" name="object 242"/>
          <p:cNvGrpSpPr/>
          <p:nvPr/>
        </p:nvGrpSpPr>
        <p:grpSpPr>
          <a:xfrm>
            <a:off x="304800" y="533094"/>
            <a:ext cx="96520" cy="9625965"/>
            <a:chOff x="304800" y="533094"/>
            <a:chExt cx="96520" cy="9625965"/>
          </a:xfrm>
        </p:grpSpPr>
        <p:sp>
          <p:nvSpPr>
            <p:cNvPr id="243" name="object 243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5" name="object 325"/>
          <p:cNvSpPr txBox="1"/>
          <p:nvPr/>
        </p:nvSpPr>
        <p:spPr>
          <a:xfrm>
            <a:off x="1582038" y="1170177"/>
            <a:ext cx="220154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600" b="1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</a:t>
            </a:r>
            <a:r>
              <a:rPr sz="1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Q</a:t>
            </a:r>
            <a:r>
              <a:rPr sz="1600" b="1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UEN</a:t>
            </a:r>
            <a:r>
              <a:rPr sz="16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600" b="1" u="sng" spc="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</a:t>
            </a:r>
            <a:r>
              <a:rPr sz="16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</a:t>
            </a:r>
            <a:r>
              <a:rPr sz="16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600" b="1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6" name="object 326"/>
          <p:cNvSpPr txBox="1"/>
          <p:nvPr/>
        </p:nvSpPr>
        <p:spPr>
          <a:xfrm>
            <a:off x="3594734" y="3850385"/>
            <a:ext cx="33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7" name="object 327"/>
          <p:cNvSpPr txBox="1"/>
          <p:nvPr/>
        </p:nvSpPr>
        <p:spPr>
          <a:xfrm>
            <a:off x="3893820" y="3850385"/>
            <a:ext cx="525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latin typeface="Calibri"/>
                <a:cs typeface="Calibri"/>
              </a:rPr>
              <a:t>ount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8" name="object 328"/>
          <p:cNvSpPr txBox="1"/>
          <p:nvPr/>
        </p:nvSpPr>
        <p:spPr>
          <a:xfrm>
            <a:off x="2812414" y="7600314"/>
            <a:ext cx="1083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U</a:t>
            </a:r>
            <a:r>
              <a:rPr sz="1200" spc="-10" dirty="0">
                <a:latin typeface="Calibri"/>
                <a:cs typeface="Calibri"/>
              </a:rPr>
              <a:t>pd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5" dirty="0">
                <a:latin typeface="Calibri"/>
                <a:cs typeface="Calibri"/>
              </a:rPr>
              <a:t>t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5" dirty="0">
                <a:latin typeface="Calibri"/>
                <a:cs typeface="Calibri"/>
              </a:rPr>
              <a:t>/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0" dirty="0">
                <a:latin typeface="Calibri"/>
                <a:cs typeface="Calibri"/>
              </a:rPr>
              <a:t>l</a:t>
            </a:r>
            <a:r>
              <a:rPr sz="1200" dirty="0">
                <a:latin typeface="Calibri"/>
                <a:cs typeface="Calibri"/>
              </a:rPr>
              <a:t>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9" name="object 329"/>
          <p:cNvSpPr txBox="1"/>
          <p:nvPr/>
        </p:nvSpPr>
        <p:spPr>
          <a:xfrm>
            <a:off x="3893820" y="7600314"/>
            <a:ext cx="789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</a:t>
            </a:r>
            <a:r>
              <a:rPr sz="1200" spc="-10" dirty="0">
                <a:latin typeface="Calibri"/>
                <a:cs typeface="Calibri"/>
              </a:rPr>
              <a:t>co</a:t>
            </a:r>
            <a:r>
              <a:rPr sz="1200" spc="-5" dirty="0">
                <a:latin typeface="Calibri"/>
                <a:cs typeface="Calibri"/>
              </a:rPr>
              <a:t>u</a:t>
            </a:r>
            <a:r>
              <a:rPr sz="1200" dirty="0"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0" name="object 330"/>
          <p:cNvSpPr/>
          <p:nvPr/>
        </p:nvSpPr>
        <p:spPr>
          <a:xfrm>
            <a:off x="3058795" y="3820794"/>
            <a:ext cx="523240" cy="255270"/>
          </a:xfrm>
          <a:custGeom>
            <a:avLst/>
            <a:gdLst/>
            <a:ahLst/>
            <a:cxnLst/>
            <a:rect l="l" t="t" r="r" b="b"/>
            <a:pathLst>
              <a:path w="523239" h="255270">
                <a:moveTo>
                  <a:pt x="523240" y="0"/>
                </a:moveTo>
                <a:lnTo>
                  <a:pt x="0" y="0"/>
                </a:lnTo>
                <a:lnTo>
                  <a:pt x="0" y="255270"/>
                </a:lnTo>
                <a:lnTo>
                  <a:pt x="523240" y="255270"/>
                </a:lnTo>
                <a:lnTo>
                  <a:pt x="5232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 txBox="1"/>
          <p:nvPr/>
        </p:nvSpPr>
        <p:spPr>
          <a:xfrm>
            <a:off x="3058795" y="3853433"/>
            <a:ext cx="538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latin typeface="Calibri"/>
                <a:cs typeface="Calibri"/>
              </a:rPr>
              <a:t>C</a:t>
            </a:r>
            <a:r>
              <a:rPr sz="1200" spc="-15" dirty="0">
                <a:latin typeface="Calibri"/>
                <a:cs typeface="Calibri"/>
              </a:rPr>
              <a:t>r</a:t>
            </a:r>
            <a:r>
              <a:rPr sz="1200" spc="-25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at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2" name="object 332"/>
          <p:cNvSpPr txBox="1"/>
          <p:nvPr/>
        </p:nvSpPr>
        <p:spPr>
          <a:xfrm>
            <a:off x="615315" y="1864994"/>
            <a:ext cx="1379220" cy="58293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 marL="381635">
              <a:lnSpc>
                <a:spcPct val="100000"/>
              </a:lnSpc>
            </a:pPr>
            <a:r>
              <a:rPr sz="1200" spc="-5" dirty="0">
                <a:latin typeface="Calibri"/>
                <a:cs typeface="Calibri"/>
              </a:rPr>
              <a:t>User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3" name="object 333"/>
          <p:cNvSpPr/>
          <p:nvPr/>
        </p:nvSpPr>
        <p:spPr>
          <a:xfrm>
            <a:off x="3052445" y="1867534"/>
            <a:ext cx="1375410" cy="582930"/>
          </a:xfrm>
          <a:custGeom>
            <a:avLst/>
            <a:gdLst/>
            <a:ahLst/>
            <a:cxnLst/>
            <a:rect l="l" t="t" r="r" b="b"/>
            <a:pathLst>
              <a:path w="1375410" h="582930">
                <a:moveTo>
                  <a:pt x="0" y="582929"/>
                </a:moveTo>
                <a:lnTo>
                  <a:pt x="1375409" y="582929"/>
                </a:lnTo>
                <a:lnTo>
                  <a:pt x="1375409" y="0"/>
                </a:lnTo>
                <a:lnTo>
                  <a:pt x="0" y="0"/>
                </a:lnTo>
                <a:lnTo>
                  <a:pt x="0" y="58292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 txBox="1"/>
          <p:nvPr/>
        </p:nvSpPr>
        <p:spPr>
          <a:xfrm>
            <a:off x="3058795" y="1956942"/>
            <a:ext cx="1360805" cy="3943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08305" marR="391795" indent="54610">
              <a:lnSpc>
                <a:spcPct val="101699"/>
              </a:lnSpc>
              <a:spcBef>
                <a:spcPts val="75"/>
              </a:spcBef>
            </a:pPr>
            <a:r>
              <a:rPr sz="1200" spc="-10" dirty="0">
                <a:latin typeface="Calibri"/>
                <a:cs typeface="Calibri"/>
              </a:rPr>
              <a:t>System 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</a:t>
            </a:r>
            <a:r>
              <a:rPr sz="1200" spc="-30" dirty="0">
                <a:latin typeface="Calibri"/>
                <a:cs typeface="Calibri"/>
              </a:rPr>
              <a:t>n</a:t>
            </a:r>
            <a:r>
              <a:rPr sz="1200" spc="-25" dirty="0">
                <a:latin typeface="Calibri"/>
                <a:cs typeface="Calibri"/>
              </a:rPr>
              <a:t>a</a:t>
            </a:r>
            <a:r>
              <a:rPr sz="1200" spc="10" dirty="0">
                <a:latin typeface="Calibri"/>
                <a:cs typeface="Calibri"/>
              </a:rPr>
              <a:t>g</a:t>
            </a:r>
            <a:r>
              <a:rPr sz="1200" dirty="0">
                <a:latin typeface="Calibri"/>
                <a:cs typeface="Calibri"/>
              </a:rPr>
              <a:t>er</a:t>
            </a:r>
          </a:p>
        </p:txBody>
      </p:sp>
      <p:sp>
        <p:nvSpPr>
          <p:cNvPr id="335" name="object 335"/>
          <p:cNvSpPr/>
          <p:nvPr/>
        </p:nvSpPr>
        <p:spPr>
          <a:xfrm>
            <a:off x="5551170" y="1866899"/>
            <a:ext cx="1379220" cy="582930"/>
          </a:xfrm>
          <a:custGeom>
            <a:avLst/>
            <a:gdLst/>
            <a:ahLst/>
            <a:cxnLst/>
            <a:rect l="l" t="t" r="r" b="b"/>
            <a:pathLst>
              <a:path w="1379220" h="582930">
                <a:moveTo>
                  <a:pt x="0" y="582929"/>
                </a:moveTo>
                <a:lnTo>
                  <a:pt x="1379220" y="582929"/>
                </a:lnTo>
                <a:lnTo>
                  <a:pt x="1379220" y="0"/>
                </a:lnTo>
                <a:lnTo>
                  <a:pt x="0" y="0"/>
                </a:lnTo>
                <a:lnTo>
                  <a:pt x="0" y="58292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 txBox="1"/>
          <p:nvPr/>
        </p:nvSpPr>
        <p:spPr>
          <a:xfrm>
            <a:off x="5557520" y="2054478"/>
            <a:ext cx="1366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Admin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7" name="object 337"/>
          <p:cNvSpPr txBox="1"/>
          <p:nvPr/>
        </p:nvSpPr>
        <p:spPr>
          <a:xfrm>
            <a:off x="1843404" y="2967989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420"/>
              </a:spcBef>
            </a:pPr>
            <a:r>
              <a:rPr sz="1200" spc="-5" dirty="0">
                <a:latin typeface="Calibri"/>
                <a:cs typeface="Calibri"/>
              </a:rPr>
              <a:t>Send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message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8" name="object 338"/>
          <p:cNvSpPr txBox="1"/>
          <p:nvPr/>
        </p:nvSpPr>
        <p:spPr>
          <a:xfrm>
            <a:off x="4257675" y="2970529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375"/>
              </a:spcBef>
            </a:pPr>
            <a:r>
              <a:rPr sz="1200" spc="-5" dirty="0">
                <a:latin typeface="Calibri"/>
                <a:cs typeface="Calibri"/>
              </a:rPr>
              <a:t>Send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message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9" name="object 339"/>
          <p:cNvSpPr txBox="1"/>
          <p:nvPr/>
        </p:nvSpPr>
        <p:spPr>
          <a:xfrm>
            <a:off x="1870075" y="4649469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430"/>
              </a:spcBef>
            </a:pPr>
            <a:r>
              <a:rPr sz="1200" spc="-5" dirty="0">
                <a:latin typeface="Calibri"/>
                <a:cs typeface="Calibri"/>
              </a:rPr>
              <a:t>Log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0" name="object 340"/>
          <p:cNvSpPr txBox="1"/>
          <p:nvPr/>
        </p:nvSpPr>
        <p:spPr>
          <a:xfrm>
            <a:off x="1868804" y="5546089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430"/>
              </a:spcBef>
            </a:pPr>
            <a:r>
              <a:rPr sz="1200" spc="-15" dirty="0">
                <a:latin typeface="Calibri"/>
                <a:cs typeface="Calibri"/>
              </a:rPr>
              <a:t>communicate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1" name="object 341"/>
          <p:cNvSpPr txBox="1"/>
          <p:nvPr/>
        </p:nvSpPr>
        <p:spPr>
          <a:xfrm>
            <a:off x="1623060" y="6473824"/>
            <a:ext cx="1694180" cy="46482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02235" marR="99695" indent="411480">
              <a:lnSpc>
                <a:spcPct val="101699"/>
              </a:lnSpc>
              <a:spcBef>
                <a:spcPts val="375"/>
              </a:spcBef>
            </a:pPr>
            <a:r>
              <a:rPr sz="1200" spc="-5" dirty="0">
                <a:latin typeface="Calibri"/>
                <a:cs typeface="Calibri"/>
              </a:rPr>
              <a:t>Request </a:t>
            </a:r>
            <a:r>
              <a:rPr sz="1200" dirty="0">
                <a:latin typeface="Calibri"/>
                <a:cs typeface="Calibri"/>
              </a:rPr>
              <a:t>to 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</a:t>
            </a:r>
            <a:r>
              <a:rPr sz="1200" spc="-10" dirty="0">
                <a:latin typeface="Calibri"/>
                <a:cs typeface="Calibri"/>
              </a:rPr>
              <a:t>od</a:t>
            </a:r>
            <a:r>
              <a:rPr sz="1200" spc="-15" dirty="0">
                <a:latin typeface="Calibri"/>
                <a:cs typeface="Calibri"/>
              </a:rPr>
              <a:t>i</a:t>
            </a:r>
            <a:r>
              <a:rPr sz="1200" spc="-10" dirty="0">
                <a:latin typeface="Calibri"/>
                <a:cs typeface="Calibri"/>
              </a:rPr>
              <a:t>f</a:t>
            </a:r>
            <a:r>
              <a:rPr sz="1200" spc="5" dirty="0">
                <a:latin typeface="Calibri"/>
                <a:cs typeface="Calibri"/>
              </a:rPr>
              <a:t>y</a:t>
            </a:r>
            <a:r>
              <a:rPr sz="1200" spc="15" dirty="0">
                <a:latin typeface="Calibri"/>
                <a:cs typeface="Calibri"/>
              </a:rPr>
              <a:t>/</a:t>
            </a:r>
            <a:r>
              <a:rPr sz="1200" spc="-15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em</a:t>
            </a:r>
            <a:r>
              <a:rPr sz="1200" spc="-5" dirty="0">
                <a:latin typeface="Calibri"/>
                <a:cs typeface="Calibri"/>
              </a:rPr>
              <a:t>o</a:t>
            </a:r>
            <a:r>
              <a:rPr sz="1200" spc="5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</a:t>
            </a:r>
            <a:r>
              <a:rPr sz="1200" spc="-10" dirty="0">
                <a:latin typeface="Calibri"/>
                <a:cs typeface="Calibri"/>
              </a:rPr>
              <a:t>c</a:t>
            </a:r>
            <a:r>
              <a:rPr sz="1200" spc="10" dirty="0">
                <a:latin typeface="Calibri"/>
                <a:cs typeface="Calibri"/>
              </a:rPr>
              <a:t>o</a:t>
            </a:r>
            <a:r>
              <a:rPr sz="1200" spc="-10" dirty="0">
                <a:latin typeface="Calibri"/>
                <a:cs typeface="Calibri"/>
              </a:rPr>
              <a:t>un</a:t>
            </a:r>
            <a:r>
              <a:rPr sz="1200" dirty="0"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2" name="object 342"/>
          <p:cNvSpPr txBox="1"/>
          <p:nvPr/>
        </p:nvSpPr>
        <p:spPr>
          <a:xfrm>
            <a:off x="4328795" y="6579234"/>
            <a:ext cx="1371600" cy="267970"/>
          </a:xfrm>
          <a:prstGeom prst="rect">
            <a:avLst/>
          </a:prstGeom>
          <a:ln w="12700">
            <a:solidFill>
              <a:srgbClr val="4470C4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409"/>
              </a:spcBef>
            </a:pPr>
            <a:r>
              <a:rPr sz="1200" spc="-5" dirty="0">
                <a:latin typeface="Calibri"/>
                <a:cs typeface="Calibri"/>
              </a:rPr>
              <a:t>F</a:t>
            </a:r>
            <a:r>
              <a:rPr sz="1200" spc="-10" dirty="0">
                <a:latin typeface="Calibri"/>
                <a:cs typeface="Calibri"/>
              </a:rPr>
              <a:t>o</a:t>
            </a:r>
            <a:r>
              <a:rPr sz="1200" spc="-15" dirty="0">
                <a:latin typeface="Calibri"/>
                <a:cs typeface="Calibri"/>
              </a:rPr>
              <a:t>r</a:t>
            </a:r>
            <a:r>
              <a:rPr sz="1200" spc="5" dirty="0">
                <a:latin typeface="Calibri"/>
                <a:cs typeface="Calibri"/>
              </a:rPr>
              <a:t>w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r</a:t>
            </a:r>
            <a:r>
              <a:rPr sz="1200" dirty="0">
                <a:latin typeface="Calibri"/>
                <a:cs typeface="Calibri"/>
              </a:rPr>
              <a:t>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</a:t>
            </a:r>
            <a:r>
              <a:rPr sz="1200" spc="-10" dirty="0">
                <a:latin typeface="Calibri"/>
                <a:cs typeface="Calibri"/>
              </a:rPr>
              <a:t>qu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15" dirty="0">
                <a:latin typeface="Calibri"/>
                <a:cs typeface="Calibri"/>
              </a:rPr>
              <a:t>s</a:t>
            </a:r>
            <a:r>
              <a:rPr sz="1200" dirty="0"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12720" y="1228089"/>
            <a:ext cx="1818005" cy="1234440"/>
            <a:chOff x="2712720" y="1228089"/>
            <a:chExt cx="1818005" cy="1234440"/>
          </a:xfrm>
        </p:grpSpPr>
        <p:sp>
          <p:nvSpPr>
            <p:cNvPr id="3" name="object 3"/>
            <p:cNvSpPr/>
            <p:nvPr/>
          </p:nvSpPr>
          <p:spPr>
            <a:xfrm>
              <a:off x="3423031" y="1234439"/>
              <a:ext cx="451484" cy="473709"/>
            </a:xfrm>
            <a:custGeom>
              <a:avLst/>
              <a:gdLst/>
              <a:ahLst/>
              <a:cxnLst/>
              <a:rect l="l" t="t" r="r" b="b"/>
              <a:pathLst>
                <a:path w="451485" h="473710">
                  <a:moveTo>
                    <a:pt x="225679" y="0"/>
                  </a:moveTo>
                  <a:lnTo>
                    <a:pt x="180213" y="4825"/>
                  </a:lnTo>
                  <a:lnTo>
                    <a:pt x="137922" y="18669"/>
                  </a:lnTo>
                  <a:lnTo>
                    <a:pt x="99568" y="40513"/>
                  </a:lnTo>
                  <a:lnTo>
                    <a:pt x="66167" y="69469"/>
                  </a:lnTo>
                  <a:lnTo>
                    <a:pt x="38608" y="104521"/>
                  </a:lnTo>
                  <a:lnTo>
                    <a:pt x="17780" y="144652"/>
                  </a:lnTo>
                  <a:lnTo>
                    <a:pt x="4572" y="189229"/>
                  </a:lnTo>
                  <a:lnTo>
                    <a:pt x="0" y="236854"/>
                  </a:lnTo>
                  <a:lnTo>
                    <a:pt x="4572" y="284607"/>
                  </a:lnTo>
                  <a:lnTo>
                    <a:pt x="17780" y="329057"/>
                  </a:lnTo>
                  <a:lnTo>
                    <a:pt x="38608" y="369316"/>
                  </a:lnTo>
                  <a:lnTo>
                    <a:pt x="66167" y="404368"/>
                  </a:lnTo>
                  <a:lnTo>
                    <a:pt x="99568" y="433324"/>
                  </a:lnTo>
                  <a:lnTo>
                    <a:pt x="137922" y="455168"/>
                  </a:lnTo>
                  <a:lnTo>
                    <a:pt x="180213" y="469011"/>
                  </a:lnTo>
                  <a:lnTo>
                    <a:pt x="225679" y="473710"/>
                  </a:lnTo>
                  <a:lnTo>
                    <a:pt x="271145" y="469011"/>
                  </a:lnTo>
                  <a:lnTo>
                    <a:pt x="313563" y="455168"/>
                  </a:lnTo>
                  <a:lnTo>
                    <a:pt x="351790" y="433324"/>
                  </a:lnTo>
                  <a:lnTo>
                    <a:pt x="385191" y="404368"/>
                  </a:lnTo>
                  <a:lnTo>
                    <a:pt x="412750" y="369316"/>
                  </a:lnTo>
                  <a:lnTo>
                    <a:pt x="433578" y="329057"/>
                  </a:lnTo>
                  <a:lnTo>
                    <a:pt x="446786" y="284607"/>
                  </a:lnTo>
                  <a:lnTo>
                    <a:pt x="451358" y="236854"/>
                  </a:lnTo>
                  <a:lnTo>
                    <a:pt x="446786" y="189229"/>
                  </a:lnTo>
                  <a:lnTo>
                    <a:pt x="433578" y="144652"/>
                  </a:lnTo>
                  <a:lnTo>
                    <a:pt x="412750" y="104521"/>
                  </a:lnTo>
                  <a:lnTo>
                    <a:pt x="385191" y="69469"/>
                  </a:lnTo>
                  <a:lnTo>
                    <a:pt x="351790" y="40513"/>
                  </a:lnTo>
                  <a:lnTo>
                    <a:pt x="313563" y="18669"/>
                  </a:lnTo>
                  <a:lnTo>
                    <a:pt x="271145" y="4825"/>
                  </a:lnTo>
                  <a:lnTo>
                    <a:pt x="225679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23031" y="1234439"/>
              <a:ext cx="451484" cy="473709"/>
            </a:xfrm>
            <a:custGeom>
              <a:avLst/>
              <a:gdLst/>
              <a:ahLst/>
              <a:cxnLst/>
              <a:rect l="l" t="t" r="r" b="b"/>
              <a:pathLst>
                <a:path w="451485" h="473710">
                  <a:moveTo>
                    <a:pt x="0" y="236854"/>
                  </a:moveTo>
                  <a:lnTo>
                    <a:pt x="4572" y="189229"/>
                  </a:lnTo>
                  <a:lnTo>
                    <a:pt x="17780" y="144652"/>
                  </a:lnTo>
                  <a:lnTo>
                    <a:pt x="38608" y="104521"/>
                  </a:lnTo>
                  <a:lnTo>
                    <a:pt x="66167" y="69469"/>
                  </a:lnTo>
                  <a:lnTo>
                    <a:pt x="99568" y="40513"/>
                  </a:lnTo>
                  <a:lnTo>
                    <a:pt x="137922" y="18669"/>
                  </a:lnTo>
                  <a:lnTo>
                    <a:pt x="180213" y="4825"/>
                  </a:lnTo>
                  <a:lnTo>
                    <a:pt x="225679" y="0"/>
                  </a:lnTo>
                  <a:lnTo>
                    <a:pt x="271145" y="4825"/>
                  </a:lnTo>
                  <a:lnTo>
                    <a:pt x="313563" y="18669"/>
                  </a:lnTo>
                  <a:lnTo>
                    <a:pt x="351790" y="40513"/>
                  </a:lnTo>
                  <a:lnTo>
                    <a:pt x="385191" y="69469"/>
                  </a:lnTo>
                  <a:lnTo>
                    <a:pt x="412750" y="104521"/>
                  </a:lnTo>
                  <a:lnTo>
                    <a:pt x="433578" y="144652"/>
                  </a:lnTo>
                  <a:lnTo>
                    <a:pt x="446786" y="189229"/>
                  </a:lnTo>
                  <a:lnTo>
                    <a:pt x="451358" y="236854"/>
                  </a:lnTo>
                  <a:lnTo>
                    <a:pt x="446786" y="284607"/>
                  </a:lnTo>
                  <a:lnTo>
                    <a:pt x="433578" y="329057"/>
                  </a:lnTo>
                  <a:lnTo>
                    <a:pt x="412750" y="369316"/>
                  </a:lnTo>
                  <a:lnTo>
                    <a:pt x="385191" y="404368"/>
                  </a:lnTo>
                  <a:lnTo>
                    <a:pt x="351790" y="433324"/>
                  </a:lnTo>
                  <a:lnTo>
                    <a:pt x="313563" y="455168"/>
                  </a:lnTo>
                  <a:lnTo>
                    <a:pt x="271145" y="469011"/>
                  </a:lnTo>
                  <a:lnTo>
                    <a:pt x="225679" y="473710"/>
                  </a:lnTo>
                  <a:lnTo>
                    <a:pt x="180213" y="469011"/>
                  </a:lnTo>
                  <a:lnTo>
                    <a:pt x="137922" y="455168"/>
                  </a:lnTo>
                  <a:lnTo>
                    <a:pt x="99568" y="433324"/>
                  </a:lnTo>
                  <a:lnTo>
                    <a:pt x="66167" y="404368"/>
                  </a:lnTo>
                  <a:lnTo>
                    <a:pt x="38608" y="369316"/>
                  </a:lnTo>
                  <a:lnTo>
                    <a:pt x="17780" y="329057"/>
                  </a:lnTo>
                  <a:lnTo>
                    <a:pt x="4572" y="284607"/>
                  </a:lnTo>
                  <a:lnTo>
                    <a:pt x="0" y="23685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41979" y="1485899"/>
              <a:ext cx="2540" cy="598170"/>
            </a:xfrm>
            <a:custGeom>
              <a:avLst/>
              <a:gdLst/>
              <a:ahLst/>
              <a:cxnLst/>
              <a:rect l="l" t="t" r="r" b="b"/>
              <a:pathLst>
                <a:path w="2539" h="598169">
                  <a:moveTo>
                    <a:pt x="2540" y="0"/>
                  </a:moveTo>
                  <a:lnTo>
                    <a:pt x="0" y="598169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19070" y="2084069"/>
              <a:ext cx="1805305" cy="372110"/>
            </a:xfrm>
            <a:custGeom>
              <a:avLst/>
              <a:gdLst/>
              <a:ahLst/>
              <a:cxnLst/>
              <a:rect l="l" t="t" r="r" b="b"/>
              <a:pathLst>
                <a:path w="1805304" h="372110">
                  <a:moveTo>
                    <a:pt x="1619377" y="0"/>
                  </a:moveTo>
                  <a:lnTo>
                    <a:pt x="185928" y="0"/>
                  </a:lnTo>
                  <a:lnTo>
                    <a:pt x="136525" y="6731"/>
                  </a:lnTo>
                  <a:lnTo>
                    <a:pt x="92075" y="25400"/>
                  </a:lnTo>
                  <a:lnTo>
                    <a:pt x="54482" y="54610"/>
                  </a:lnTo>
                  <a:lnTo>
                    <a:pt x="25400" y="92202"/>
                  </a:lnTo>
                  <a:lnTo>
                    <a:pt x="6604" y="136652"/>
                  </a:lnTo>
                  <a:lnTo>
                    <a:pt x="0" y="186055"/>
                  </a:lnTo>
                  <a:lnTo>
                    <a:pt x="6604" y="235585"/>
                  </a:lnTo>
                  <a:lnTo>
                    <a:pt x="25400" y="280035"/>
                  </a:lnTo>
                  <a:lnTo>
                    <a:pt x="54482" y="317627"/>
                  </a:lnTo>
                  <a:lnTo>
                    <a:pt x="92075" y="346710"/>
                  </a:lnTo>
                  <a:lnTo>
                    <a:pt x="136525" y="365506"/>
                  </a:lnTo>
                  <a:lnTo>
                    <a:pt x="185928" y="372110"/>
                  </a:lnTo>
                  <a:lnTo>
                    <a:pt x="1619377" y="372110"/>
                  </a:lnTo>
                  <a:lnTo>
                    <a:pt x="1668780" y="365506"/>
                  </a:lnTo>
                  <a:lnTo>
                    <a:pt x="1713230" y="346710"/>
                  </a:lnTo>
                  <a:lnTo>
                    <a:pt x="1750821" y="317627"/>
                  </a:lnTo>
                  <a:lnTo>
                    <a:pt x="1779905" y="280035"/>
                  </a:lnTo>
                  <a:lnTo>
                    <a:pt x="1798701" y="235585"/>
                  </a:lnTo>
                  <a:lnTo>
                    <a:pt x="1805305" y="186055"/>
                  </a:lnTo>
                  <a:lnTo>
                    <a:pt x="1798701" y="136652"/>
                  </a:lnTo>
                  <a:lnTo>
                    <a:pt x="1779905" y="92202"/>
                  </a:lnTo>
                  <a:lnTo>
                    <a:pt x="1750821" y="54610"/>
                  </a:lnTo>
                  <a:lnTo>
                    <a:pt x="1713230" y="25400"/>
                  </a:lnTo>
                  <a:lnTo>
                    <a:pt x="1668780" y="6731"/>
                  </a:lnTo>
                  <a:lnTo>
                    <a:pt x="1619377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719070" y="2084069"/>
              <a:ext cx="1805305" cy="372110"/>
            </a:xfrm>
            <a:custGeom>
              <a:avLst/>
              <a:gdLst/>
              <a:ahLst/>
              <a:cxnLst/>
              <a:rect l="l" t="t" r="r" b="b"/>
              <a:pathLst>
                <a:path w="1805304" h="372110">
                  <a:moveTo>
                    <a:pt x="0" y="186055"/>
                  </a:moveTo>
                  <a:lnTo>
                    <a:pt x="6604" y="136652"/>
                  </a:lnTo>
                  <a:lnTo>
                    <a:pt x="25400" y="92202"/>
                  </a:lnTo>
                  <a:lnTo>
                    <a:pt x="54482" y="54610"/>
                  </a:lnTo>
                  <a:lnTo>
                    <a:pt x="92075" y="25400"/>
                  </a:lnTo>
                  <a:lnTo>
                    <a:pt x="136525" y="6731"/>
                  </a:lnTo>
                  <a:lnTo>
                    <a:pt x="185928" y="0"/>
                  </a:lnTo>
                  <a:lnTo>
                    <a:pt x="1619377" y="0"/>
                  </a:lnTo>
                  <a:lnTo>
                    <a:pt x="1668780" y="6731"/>
                  </a:lnTo>
                  <a:lnTo>
                    <a:pt x="1713230" y="25400"/>
                  </a:lnTo>
                  <a:lnTo>
                    <a:pt x="1750821" y="54610"/>
                  </a:lnTo>
                  <a:lnTo>
                    <a:pt x="1779905" y="92202"/>
                  </a:lnTo>
                  <a:lnTo>
                    <a:pt x="1798701" y="136652"/>
                  </a:lnTo>
                  <a:lnTo>
                    <a:pt x="1805305" y="186055"/>
                  </a:lnTo>
                  <a:lnTo>
                    <a:pt x="1798701" y="235585"/>
                  </a:lnTo>
                  <a:lnTo>
                    <a:pt x="1779905" y="280035"/>
                  </a:lnTo>
                  <a:lnTo>
                    <a:pt x="1750821" y="317627"/>
                  </a:lnTo>
                  <a:lnTo>
                    <a:pt x="1713230" y="346710"/>
                  </a:lnTo>
                  <a:lnTo>
                    <a:pt x="1668780" y="365506"/>
                  </a:lnTo>
                  <a:lnTo>
                    <a:pt x="1619377" y="372110"/>
                  </a:lnTo>
                  <a:lnTo>
                    <a:pt x="185928" y="372110"/>
                  </a:lnTo>
                  <a:lnTo>
                    <a:pt x="136525" y="365506"/>
                  </a:lnTo>
                  <a:lnTo>
                    <a:pt x="92075" y="346710"/>
                  </a:lnTo>
                  <a:lnTo>
                    <a:pt x="54482" y="317627"/>
                  </a:lnTo>
                  <a:lnTo>
                    <a:pt x="25400" y="280035"/>
                  </a:lnTo>
                  <a:lnTo>
                    <a:pt x="6604" y="235585"/>
                  </a:lnTo>
                  <a:lnTo>
                    <a:pt x="0" y="186055"/>
                  </a:lnTo>
                  <a:close/>
                </a:path>
              </a:pathLst>
            </a:custGeom>
            <a:ln w="12700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530351" y="8611996"/>
            <a:ext cx="6498590" cy="0"/>
          </a:xfrm>
          <a:custGeom>
            <a:avLst/>
            <a:gdLst/>
            <a:ahLst/>
            <a:cxnLst/>
            <a:rect l="l" t="t" r="r" b="b"/>
            <a:pathLst>
              <a:path w="6498590">
                <a:moveTo>
                  <a:pt x="0" y="0"/>
                </a:moveTo>
                <a:lnTo>
                  <a:pt x="6498082" y="0"/>
                </a:lnTo>
              </a:path>
            </a:pathLst>
          </a:custGeom>
          <a:ln w="19050">
            <a:solidFill>
              <a:srgbClr val="4470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249929" y="8653271"/>
            <a:ext cx="802640" cy="1550035"/>
            <a:chOff x="3249929" y="8653271"/>
            <a:chExt cx="802640" cy="1550035"/>
          </a:xfrm>
        </p:grpSpPr>
        <p:sp>
          <p:nvSpPr>
            <p:cNvPr id="10" name="object 10"/>
            <p:cNvSpPr/>
            <p:nvPr/>
          </p:nvSpPr>
          <p:spPr>
            <a:xfrm>
              <a:off x="3256279" y="9041510"/>
              <a:ext cx="789940" cy="372110"/>
            </a:xfrm>
            <a:custGeom>
              <a:avLst/>
              <a:gdLst/>
              <a:ahLst/>
              <a:cxnLst/>
              <a:rect l="l" t="t" r="r" b="b"/>
              <a:pathLst>
                <a:path w="789939" h="372109">
                  <a:moveTo>
                    <a:pt x="603885" y="0"/>
                  </a:moveTo>
                  <a:lnTo>
                    <a:pt x="186055" y="0"/>
                  </a:lnTo>
                  <a:lnTo>
                    <a:pt x="136652" y="6731"/>
                  </a:lnTo>
                  <a:lnTo>
                    <a:pt x="92202" y="25400"/>
                  </a:lnTo>
                  <a:lnTo>
                    <a:pt x="54483" y="54610"/>
                  </a:lnTo>
                  <a:lnTo>
                    <a:pt x="25400" y="92202"/>
                  </a:lnTo>
                  <a:lnTo>
                    <a:pt x="6604" y="136652"/>
                  </a:lnTo>
                  <a:lnTo>
                    <a:pt x="0" y="186055"/>
                  </a:lnTo>
                  <a:lnTo>
                    <a:pt x="6604" y="235585"/>
                  </a:lnTo>
                  <a:lnTo>
                    <a:pt x="25400" y="280035"/>
                  </a:lnTo>
                  <a:lnTo>
                    <a:pt x="54483" y="317627"/>
                  </a:lnTo>
                  <a:lnTo>
                    <a:pt x="92202" y="346710"/>
                  </a:lnTo>
                  <a:lnTo>
                    <a:pt x="136652" y="365506"/>
                  </a:lnTo>
                  <a:lnTo>
                    <a:pt x="186055" y="372110"/>
                  </a:lnTo>
                  <a:lnTo>
                    <a:pt x="603885" y="372110"/>
                  </a:lnTo>
                  <a:lnTo>
                    <a:pt x="653288" y="365506"/>
                  </a:lnTo>
                  <a:lnTo>
                    <a:pt x="697738" y="346710"/>
                  </a:lnTo>
                  <a:lnTo>
                    <a:pt x="735457" y="317627"/>
                  </a:lnTo>
                  <a:lnTo>
                    <a:pt x="764540" y="280035"/>
                  </a:lnTo>
                  <a:lnTo>
                    <a:pt x="783336" y="235585"/>
                  </a:lnTo>
                  <a:lnTo>
                    <a:pt x="789940" y="186055"/>
                  </a:lnTo>
                  <a:lnTo>
                    <a:pt x="783336" y="136652"/>
                  </a:lnTo>
                  <a:lnTo>
                    <a:pt x="764540" y="92202"/>
                  </a:lnTo>
                  <a:lnTo>
                    <a:pt x="735457" y="54610"/>
                  </a:lnTo>
                  <a:lnTo>
                    <a:pt x="697738" y="25400"/>
                  </a:lnTo>
                  <a:lnTo>
                    <a:pt x="653288" y="6731"/>
                  </a:lnTo>
                  <a:lnTo>
                    <a:pt x="603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56279" y="9041510"/>
              <a:ext cx="789940" cy="372110"/>
            </a:xfrm>
            <a:custGeom>
              <a:avLst/>
              <a:gdLst/>
              <a:ahLst/>
              <a:cxnLst/>
              <a:rect l="l" t="t" r="r" b="b"/>
              <a:pathLst>
                <a:path w="789939" h="372109">
                  <a:moveTo>
                    <a:pt x="0" y="186055"/>
                  </a:moveTo>
                  <a:lnTo>
                    <a:pt x="6604" y="136652"/>
                  </a:lnTo>
                  <a:lnTo>
                    <a:pt x="25400" y="92202"/>
                  </a:lnTo>
                  <a:lnTo>
                    <a:pt x="54483" y="54610"/>
                  </a:lnTo>
                  <a:lnTo>
                    <a:pt x="92202" y="25400"/>
                  </a:lnTo>
                  <a:lnTo>
                    <a:pt x="136652" y="6731"/>
                  </a:lnTo>
                  <a:lnTo>
                    <a:pt x="186055" y="0"/>
                  </a:lnTo>
                  <a:lnTo>
                    <a:pt x="603885" y="0"/>
                  </a:lnTo>
                  <a:lnTo>
                    <a:pt x="653288" y="6731"/>
                  </a:lnTo>
                  <a:lnTo>
                    <a:pt x="697738" y="25400"/>
                  </a:lnTo>
                  <a:lnTo>
                    <a:pt x="735457" y="54610"/>
                  </a:lnTo>
                  <a:lnTo>
                    <a:pt x="764540" y="92202"/>
                  </a:lnTo>
                  <a:lnTo>
                    <a:pt x="783336" y="136652"/>
                  </a:lnTo>
                  <a:lnTo>
                    <a:pt x="789940" y="186055"/>
                  </a:lnTo>
                  <a:lnTo>
                    <a:pt x="783336" y="235585"/>
                  </a:lnTo>
                  <a:lnTo>
                    <a:pt x="764540" y="280035"/>
                  </a:lnTo>
                  <a:lnTo>
                    <a:pt x="735457" y="317627"/>
                  </a:lnTo>
                  <a:lnTo>
                    <a:pt x="697738" y="346710"/>
                  </a:lnTo>
                  <a:lnTo>
                    <a:pt x="653288" y="365506"/>
                  </a:lnTo>
                  <a:lnTo>
                    <a:pt x="603885" y="372110"/>
                  </a:lnTo>
                  <a:lnTo>
                    <a:pt x="186055" y="372110"/>
                  </a:lnTo>
                  <a:lnTo>
                    <a:pt x="136652" y="365506"/>
                  </a:lnTo>
                  <a:lnTo>
                    <a:pt x="92202" y="346710"/>
                  </a:lnTo>
                  <a:lnTo>
                    <a:pt x="54483" y="317627"/>
                  </a:lnTo>
                  <a:lnTo>
                    <a:pt x="25400" y="280035"/>
                  </a:lnTo>
                  <a:lnTo>
                    <a:pt x="6604" y="235585"/>
                  </a:lnTo>
                  <a:lnTo>
                    <a:pt x="0" y="186055"/>
                  </a:lnTo>
                  <a:close/>
                </a:path>
              </a:pathLst>
            </a:custGeom>
            <a:ln w="12700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84575" y="8653271"/>
              <a:ext cx="102235" cy="1132840"/>
            </a:xfrm>
            <a:custGeom>
              <a:avLst/>
              <a:gdLst/>
              <a:ahLst/>
              <a:cxnLst/>
              <a:rect l="l" t="t" r="r" b="b"/>
              <a:pathLst>
                <a:path w="102235" h="1132840">
                  <a:moveTo>
                    <a:pt x="76200" y="285115"/>
                  </a:moveTo>
                  <a:lnTo>
                    <a:pt x="47625" y="285115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285115"/>
                  </a:lnTo>
                  <a:lnTo>
                    <a:pt x="0" y="285115"/>
                  </a:lnTo>
                  <a:lnTo>
                    <a:pt x="38100" y="361315"/>
                  </a:lnTo>
                  <a:lnTo>
                    <a:pt x="76200" y="285115"/>
                  </a:lnTo>
                  <a:close/>
                </a:path>
                <a:path w="102235" h="1132840">
                  <a:moveTo>
                    <a:pt x="102235" y="1056563"/>
                  </a:moveTo>
                  <a:lnTo>
                    <a:pt x="73660" y="1056563"/>
                  </a:lnTo>
                  <a:lnTo>
                    <a:pt x="73660" y="771448"/>
                  </a:lnTo>
                  <a:lnTo>
                    <a:pt x="54610" y="771448"/>
                  </a:lnTo>
                  <a:lnTo>
                    <a:pt x="54610" y="1056563"/>
                  </a:lnTo>
                  <a:lnTo>
                    <a:pt x="26035" y="1056563"/>
                  </a:lnTo>
                  <a:lnTo>
                    <a:pt x="64135" y="1132763"/>
                  </a:lnTo>
                  <a:lnTo>
                    <a:pt x="102235" y="10565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24224" y="9542208"/>
              <a:ext cx="654050" cy="654685"/>
            </a:xfrm>
            <a:custGeom>
              <a:avLst/>
              <a:gdLst/>
              <a:ahLst/>
              <a:cxnLst/>
              <a:rect l="l" t="t" r="r" b="b"/>
              <a:pathLst>
                <a:path w="654050" h="654684">
                  <a:moveTo>
                    <a:pt x="327025" y="0"/>
                  </a:moveTo>
                  <a:lnTo>
                    <a:pt x="278764" y="3543"/>
                  </a:lnTo>
                  <a:lnTo>
                    <a:pt x="232537" y="13855"/>
                  </a:lnTo>
                  <a:lnTo>
                    <a:pt x="189102" y="30416"/>
                  </a:lnTo>
                  <a:lnTo>
                    <a:pt x="148971" y="52730"/>
                  </a:lnTo>
                  <a:lnTo>
                    <a:pt x="112522" y="80289"/>
                  </a:lnTo>
                  <a:lnTo>
                    <a:pt x="80263" y="112572"/>
                  </a:lnTo>
                  <a:lnTo>
                    <a:pt x="52704" y="149098"/>
                  </a:lnTo>
                  <a:lnTo>
                    <a:pt x="30352" y="189331"/>
                  </a:lnTo>
                  <a:lnTo>
                    <a:pt x="13842" y="232791"/>
                  </a:lnTo>
                  <a:lnTo>
                    <a:pt x="3555" y="278968"/>
                  </a:lnTo>
                  <a:lnTo>
                    <a:pt x="0" y="327342"/>
                  </a:lnTo>
                  <a:lnTo>
                    <a:pt x="3555" y="375716"/>
                  </a:lnTo>
                  <a:lnTo>
                    <a:pt x="13842" y="421881"/>
                  </a:lnTo>
                  <a:lnTo>
                    <a:pt x="30352" y="465340"/>
                  </a:lnTo>
                  <a:lnTo>
                    <a:pt x="52704" y="505587"/>
                  </a:lnTo>
                  <a:lnTo>
                    <a:pt x="80263" y="542099"/>
                  </a:lnTo>
                  <a:lnTo>
                    <a:pt x="112522" y="574395"/>
                  </a:lnTo>
                  <a:lnTo>
                    <a:pt x="148971" y="601941"/>
                  </a:lnTo>
                  <a:lnTo>
                    <a:pt x="189102" y="624255"/>
                  </a:lnTo>
                  <a:lnTo>
                    <a:pt x="232537" y="640816"/>
                  </a:lnTo>
                  <a:lnTo>
                    <a:pt x="278764" y="651129"/>
                  </a:lnTo>
                  <a:lnTo>
                    <a:pt x="327025" y="654685"/>
                  </a:lnTo>
                  <a:lnTo>
                    <a:pt x="375285" y="651129"/>
                  </a:lnTo>
                  <a:lnTo>
                    <a:pt x="421513" y="640816"/>
                  </a:lnTo>
                  <a:lnTo>
                    <a:pt x="464820" y="624255"/>
                  </a:lnTo>
                  <a:lnTo>
                    <a:pt x="505078" y="601941"/>
                  </a:lnTo>
                  <a:lnTo>
                    <a:pt x="541527" y="574395"/>
                  </a:lnTo>
                  <a:lnTo>
                    <a:pt x="573786" y="542099"/>
                  </a:lnTo>
                  <a:lnTo>
                    <a:pt x="601345" y="505587"/>
                  </a:lnTo>
                  <a:lnTo>
                    <a:pt x="623697" y="465340"/>
                  </a:lnTo>
                  <a:lnTo>
                    <a:pt x="640207" y="421881"/>
                  </a:lnTo>
                  <a:lnTo>
                    <a:pt x="650494" y="375716"/>
                  </a:lnTo>
                  <a:lnTo>
                    <a:pt x="654050" y="327342"/>
                  </a:lnTo>
                  <a:lnTo>
                    <a:pt x="650494" y="278968"/>
                  </a:lnTo>
                  <a:lnTo>
                    <a:pt x="640207" y="232791"/>
                  </a:lnTo>
                  <a:lnTo>
                    <a:pt x="623697" y="189331"/>
                  </a:lnTo>
                  <a:lnTo>
                    <a:pt x="601345" y="149098"/>
                  </a:lnTo>
                  <a:lnTo>
                    <a:pt x="573786" y="112572"/>
                  </a:lnTo>
                  <a:lnTo>
                    <a:pt x="541527" y="80289"/>
                  </a:lnTo>
                  <a:lnTo>
                    <a:pt x="505078" y="52730"/>
                  </a:lnTo>
                  <a:lnTo>
                    <a:pt x="464820" y="30416"/>
                  </a:lnTo>
                  <a:lnTo>
                    <a:pt x="421513" y="13855"/>
                  </a:lnTo>
                  <a:lnTo>
                    <a:pt x="375285" y="3543"/>
                  </a:lnTo>
                  <a:lnTo>
                    <a:pt x="327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24224" y="9542208"/>
              <a:ext cx="654050" cy="654685"/>
            </a:xfrm>
            <a:custGeom>
              <a:avLst/>
              <a:gdLst/>
              <a:ahLst/>
              <a:cxnLst/>
              <a:rect l="l" t="t" r="r" b="b"/>
              <a:pathLst>
                <a:path w="654050" h="654684">
                  <a:moveTo>
                    <a:pt x="0" y="327342"/>
                  </a:moveTo>
                  <a:lnTo>
                    <a:pt x="3555" y="278968"/>
                  </a:lnTo>
                  <a:lnTo>
                    <a:pt x="13842" y="232791"/>
                  </a:lnTo>
                  <a:lnTo>
                    <a:pt x="30352" y="189331"/>
                  </a:lnTo>
                  <a:lnTo>
                    <a:pt x="52704" y="149098"/>
                  </a:lnTo>
                  <a:lnTo>
                    <a:pt x="80263" y="112572"/>
                  </a:lnTo>
                  <a:lnTo>
                    <a:pt x="112522" y="80289"/>
                  </a:lnTo>
                  <a:lnTo>
                    <a:pt x="148971" y="52730"/>
                  </a:lnTo>
                  <a:lnTo>
                    <a:pt x="189102" y="30416"/>
                  </a:lnTo>
                  <a:lnTo>
                    <a:pt x="232537" y="13855"/>
                  </a:lnTo>
                  <a:lnTo>
                    <a:pt x="278764" y="3543"/>
                  </a:lnTo>
                  <a:lnTo>
                    <a:pt x="327025" y="0"/>
                  </a:lnTo>
                  <a:lnTo>
                    <a:pt x="375285" y="3543"/>
                  </a:lnTo>
                  <a:lnTo>
                    <a:pt x="421513" y="13855"/>
                  </a:lnTo>
                  <a:lnTo>
                    <a:pt x="464820" y="30416"/>
                  </a:lnTo>
                  <a:lnTo>
                    <a:pt x="505078" y="52730"/>
                  </a:lnTo>
                  <a:lnTo>
                    <a:pt x="541527" y="80289"/>
                  </a:lnTo>
                  <a:lnTo>
                    <a:pt x="573786" y="112572"/>
                  </a:lnTo>
                  <a:lnTo>
                    <a:pt x="601345" y="149098"/>
                  </a:lnTo>
                  <a:lnTo>
                    <a:pt x="623697" y="189331"/>
                  </a:lnTo>
                  <a:lnTo>
                    <a:pt x="640207" y="232791"/>
                  </a:lnTo>
                  <a:lnTo>
                    <a:pt x="650494" y="278968"/>
                  </a:lnTo>
                  <a:lnTo>
                    <a:pt x="654050" y="327342"/>
                  </a:lnTo>
                  <a:lnTo>
                    <a:pt x="650494" y="375716"/>
                  </a:lnTo>
                  <a:lnTo>
                    <a:pt x="640207" y="421881"/>
                  </a:lnTo>
                  <a:lnTo>
                    <a:pt x="623697" y="465340"/>
                  </a:lnTo>
                  <a:lnTo>
                    <a:pt x="601345" y="505587"/>
                  </a:lnTo>
                  <a:lnTo>
                    <a:pt x="573786" y="542099"/>
                  </a:lnTo>
                  <a:lnTo>
                    <a:pt x="541527" y="574395"/>
                  </a:lnTo>
                  <a:lnTo>
                    <a:pt x="505078" y="601941"/>
                  </a:lnTo>
                  <a:lnTo>
                    <a:pt x="464820" y="624255"/>
                  </a:lnTo>
                  <a:lnTo>
                    <a:pt x="421513" y="640816"/>
                  </a:lnTo>
                  <a:lnTo>
                    <a:pt x="375285" y="651129"/>
                  </a:lnTo>
                  <a:lnTo>
                    <a:pt x="327025" y="654685"/>
                  </a:lnTo>
                  <a:lnTo>
                    <a:pt x="278764" y="651129"/>
                  </a:lnTo>
                  <a:lnTo>
                    <a:pt x="232537" y="640816"/>
                  </a:lnTo>
                  <a:lnTo>
                    <a:pt x="189102" y="624255"/>
                  </a:lnTo>
                  <a:lnTo>
                    <a:pt x="148971" y="601941"/>
                  </a:lnTo>
                  <a:lnTo>
                    <a:pt x="112522" y="574395"/>
                  </a:lnTo>
                  <a:lnTo>
                    <a:pt x="80263" y="542099"/>
                  </a:lnTo>
                  <a:lnTo>
                    <a:pt x="52704" y="505587"/>
                  </a:lnTo>
                  <a:lnTo>
                    <a:pt x="30352" y="465340"/>
                  </a:lnTo>
                  <a:lnTo>
                    <a:pt x="13842" y="421881"/>
                  </a:lnTo>
                  <a:lnTo>
                    <a:pt x="3555" y="375716"/>
                  </a:lnTo>
                  <a:lnTo>
                    <a:pt x="0" y="327342"/>
                  </a:lnTo>
                  <a:close/>
                </a:path>
              </a:pathLst>
            </a:custGeom>
            <a:ln w="12700">
              <a:solidFill>
                <a:srgbClr val="EB7B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08679" y="9626028"/>
              <a:ext cx="473075" cy="473709"/>
            </a:xfrm>
            <a:custGeom>
              <a:avLst/>
              <a:gdLst/>
              <a:ahLst/>
              <a:cxnLst/>
              <a:rect l="l" t="t" r="r" b="b"/>
              <a:pathLst>
                <a:path w="473075" h="473709">
                  <a:moveTo>
                    <a:pt x="236474" y="0"/>
                  </a:moveTo>
                  <a:lnTo>
                    <a:pt x="188849" y="4813"/>
                  </a:lnTo>
                  <a:lnTo>
                    <a:pt x="144399" y="18605"/>
                  </a:lnTo>
                  <a:lnTo>
                    <a:pt x="104267" y="40449"/>
                  </a:lnTo>
                  <a:lnTo>
                    <a:pt x="69215" y="69367"/>
                  </a:lnTo>
                  <a:lnTo>
                    <a:pt x="40386" y="104419"/>
                  </a:lnTo>
                  <a:lnTo>
                    <a:pt x="18542" y="144653"/>
                  </a:lnTo>
                  <a:lnTo>
                    <a:pt x="4825" y="189115"/>
                  </a:lnTo>
                  <a:lnTo>
                    <a:pt x="0" y="236855"/>
                  </a:lnTo>
                  <a:lnTo>
                    <a:pt x="4825" y="284581"/>
                  </a:lnTo>
                  <a:lnTo>
                    <a:pt x="18542" y="329044"/>
                  </a:lnTo>
                  <a:lnTo>
                    <a:pt x="40386" y="369277"/>
                  </a:lnTo>
                  <a:lnTo>
                    <a:pt x="69215" y="404329"/>
                  </a:lnTo>
                  <a:lnTo>
                    <a:pt x="104267" y="433260"/>
                  </a:lnTo>
                  <a:lnTo>
                    <a:pt x="144399" y="455091"/>
                  </a:lnTo>
                  <a:lnTo>
                    <a:pt x="188849" y="468896"/>
                  </a:lnTo>
                  <a:lnTo>
                    <a:pt x="236474" y="473710"/>
                  </a:lnTo>
                  <a:lnTo>
                    <a:pt x="284099" y="468896"/>
                  </a:lnTo>
                  <a:lnTo>
                    <a:pt x="328549" y="455091"/>
                  </a:lnTo>
                  <a:lnTo>
                    <a:pt x="368808" y="433260"/>
                  </a:lnTo>
                  <a:lnTo>
                    <a:pt x="403733" y="404329"/>
                  </a:lnTo>
                  <a:lnTo>
                    <a:pt x="432689" y="369277"/>
                  </a:lnTo>
                  <a:lnTo>
                    <a:pt x="454533" y="329044"/>
                  </a:lnTo>
                  <a:lnTo>
                    <a:pt x="468249" y="284581"/>
                  </a:lnTo>
                  <a:lnTo>
                    <a:pt x="473075" y="236855"/>
                  </a:lnTo>
                  <a:lnTo>
                    <a:pt x="468249" y="189115"/>
                  </a:lnTo>
                  <a:lnTo>
                    <a:pt x="454533" y="144653"/>
                  </a:lnTo>
                  <a:lnTo>
                    <a:pt x="432689" y="104419"/>
                  </a:lnTo>
                  <a:lnTo>
                    <a:pt x="403733" y="69367"/>
                  </a:lnTo>
                  <a:lnTo>
                    <a:pt x="368808" y="40449"/>
                  </a:lnTo>
                  <a:lnTo>
                    <a:pt x="328549" y="18605"/>
                  </a:lnTo>
                  <a:lnTo>
                    <a:pt x="284099" y="4813"/>
                  </a:lnTo>
                  <a:lnTo>
                    <a:pt x="236474" y="0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08679" y="9626028"/>
              <a:ext cx="473075" cy="473709"/>
            </a:xfrm>
            <a:custGeom>
              <a:avLst/>
              <a:gdLst/>
              <a:ahLst/>
              <a:cxnLst/>
              <a:rect l="l" t="t" r="r" b="b"/>
              <a:pathLst>
                <a:path w="473075" h="473709">
                  <a:moveTo>
                    <a:pt x="0" y="236855"/>
                  </a:moveTo>
                  <a:lnTo>
                    <a:pt x="4825" y="189115"/>
                  </a:lnTo>
                  <a:lnTo>
                    <a:pt x="18542" y="144653"/>
                  </a:lnTo>
                  <a:lnTo>
                    <a:pt x="40386" y="104419"/>
                  </a:lnTo>
                  <a:lnTo>
                    <a:pt x="69215" y="69367"/>
                  </a:lnTo>
                  <a:lnTo>
                    <a:pt x="104267" y="40449"/>
                  </a:lnTo>
                  <a:lnTo>
                    <a:pt x="144399" y="18605"/>
                  </a:lnTo>
                  <a:lnTo>
                    <a:pt x="188849" y="4813"/>
                  </a:lnTo>
                  <a:lnTo>
                    <a:pt x="236474" y="0"/>
                  </a:lnTo>
                  <a:lnTo>
                    <a:pt x="284099" y="4813"/>
                  </a:lnTo>
                  <a:lnTo>
                    <a:pt x="328549" y="18605"/>
                  </a:lnTo>
                  <a:lnTo>
                    <a:pt x="368808" y="40449"/>
                  </a:lnTo>
                  <a:lnTo>
                    <a:pt x="403733" y="69367"/>
                  </a:lnTo>
                  <a:lnTo>
                    <a:pt x="432689" y="104419"/>
                  </a:lnTo>
                  <a:lnTo>
                    <a:pt x="454533" y="144653"/>
                  </a:lnTo>
                  <a:lnTo>
                    <a:pt x="468249" y="189115"/>
                  </a:lnTo>
                  <a:lnTo>
                    <a:pt x="473075" y="236855"/>
                  </a:lnTo>
                  <a:lnTo>
                    <a:pt x="468249" y="284581"/>
                  </a:lnTo>
                  <a:lnTo>
                    <a:pt x="454533" y="329044"/>
                  </a:lnTo>
                  <a:lnTo>
                    <a:pt x="432689" y="369277"/>
                  </a:lnTo>
                  <a:lnTo>
                    <a:pt x="403733" y="404329"/>
                  </a:lnTo>
                  <a:lnTo>
                    <a:pt x="368808" y="433260"/>
                  </a:lnTo>
                  <a:lnTo>
                    <a:pt x="328549" y="455091"/>
                  </a:lnTo>
                  <a:lnTo>
                    <a:pt x="284099" y="468896"/>
                  </a:lnTo>
                  <a:lnTo>
                    <a:pt x="236474" y="473710"/>
                  </a:lnTo>
                  <a:lnTo>
                    <a:pt x="188849" y="468896"/>
                  </a:lnTo>
                  <a:lnTo>
                    <a:pt x="144399" y="455091"/>
                  </a:lnTo>
                  <a:lnTo>
                    <a:pt x="104267" y="433260"/>
                  </a:lnTo>
                  <a:lnTo>
                    <a:pt x="69215" y="404329"/>
                  </a:lnTo>
                  <a:lnTo>
                    <a:pt x="40386" y="369277"/>
                  </a:lnTo>
                  <a:lnTo>
                    <a:pt x="18542" y="329044"/>
                  </a:lnTo>
                  <a:lnTo>
                    <a:pt x="4825" y="284581"/>
                  </a:lnTo>
                  <a:lnTo>
                    <a:pt x="0" y="236855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04800" y="10161523"/>
            <a:ext cx="226060" cy="224790"/>
            <a:chOff x="304800" y="10161523"/>
            <a:chExt cx="226060" cy="224790"/>
          </a:xfrm>
        </p:grpSpPr>
        <p:sp>
          <p:nvSpPr>
            <p:cNvPr id="18" name="object 18"/>
            <p:cNvSpPr/>
            <p:nvPr/>
          </p:nvSpPr>
          <p:spPr>
            <a:xfrm>
              <a:off x="344728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129540"/>
                  </a:moveTo>
                  <a:lnTo>
                    <a:pt x="56388" y="129540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623" y="185420"/>
                  </a:lnTo>
                  <a:lnTo>
                    <a:pt x="185623" y="12954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4800" y="10161523"/>
              <a:ext cx="226060" cy="224790"/>
            </a:xfrm>
            <a:custGeom>
              <a:avLst/>
              <a:gdLst/>
              <a:ahLst/>
              <a:cxnLst/>
              <a:rect l="l" t="t" r="r" b="b"/>
              <a:pathLst>
                <a:path w="226059" h="224790">
                  <a:moveTo>
                    <a:pt x="135940" y="29210"/>
                  </a:moveTo>
                  <a:lnTo>
                    <a:pt x="6705" y="29210"/>
                  </a:lnTo>
                  <a:lnTo>
                    <a:pt x="6705" y="0"/>
                  </a:lnTo>
                  <a:lnTo>
                    <a:pt x="0" y="0"/>
                  </a:lnTo>
                  <a:lnTo>
                    <a:pt x="0" y="29210"/>
                  </a:lnTo>
                  <a:lnTo>
                    <a:pt x="0" y="36830"/>
                  </a:lnTo>
                  <a:lnTo>
                    <a:pt x="135940" y="36830"/>
                  </a:lnTo>
                  <a:lnTo>
                    <a:pt x="135940" y="29210"/>
                  </a:lnTo>
                  <a:close/>
                </a:path>
                <a:path w="226059" h="224790">
                  <a:moveTo>
                    <a:pt x="225552" y="218440"/>
                  </a:moveTo>
                  <a:lnTo>
                    <a:pt x="185623" y="218440"/>
                  </a:lnTo>
                  <a:lnTo>
                    <a:pt x="185623" y="86360"/>
                  </a:lnTo>
                  <a:lnTo>
                    <a:pt x="185623" y="78740"/>
                  </a:lnTo>
                  <a:lnTo>
                    <a:pt x="146608" y="78740"/>
                  </a:lnTo>
                  <a:lnTo>
                    <a:pt x="146608" y="29210"/>
                  </a:lnTo>
                  <a:lnTo>
                    <a:pt x="139293" y="29210"/>
                  </a:lnTo>
                  <a:lnTo>
                    <a:pt x="139293" y="78740"/>
                  </a:lnTo>
                  <a:lnTo>
                    <a:pt x="0" y="78740"/>
                  </a:lnTo>
                  <a:lnTo>
                    <a:pt x="0" y="8636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135940" y="224790"/>
                  </a:lnTo>
                  <a:lnTo>
                    <a:pt x="135940" y="218440"/>
                  </a:lnTo>
                  <a:lnTo>
                    <a:pt x="6705" y="218440"/>
                  </a:lnTo>
                  <a:lnTo>
                    <a:pt x="6705" y="86360"/>
                  </a:lnTo>
                  <a:lnTo>
                    <a:pt x="139293" y="86360"/>
                  </a:lnTo>
                  <a:lnTo>
                    <a:pt x="139293" y="218440"/>
                  </a:lnTo>
                  <a:lnTo>
                    <a:pt x="139293" y="224790"/>
                  </a:lnTo>
                  <a:lnTo>
                    <a:pt x="146608" y="224790"/>
                  </a:lnTo>
                  <a:lnTo>
                    <a:pt x="146608" y="218440"/>
                  </a:lnTo>
                  <a:lnTo>
                    <a:pt x="146608" y="86360"/>
                  </a:lnTo>
                  <a:lnTo>
                    <a:pt x="179222" y="86360"/>
                  </a:lnTo>
                  <a:lnTo>
                    <a:pt x="179222" y="218440"/>
                  </a:lnTo>
                  <a:lnTo>
                    <a:pt x="179222" y="224790"/>
                  </a:lnTo>
                  <a:lnTo>
                    <a:pt x="225552" y="224790"/>
                  </a:lnTo>
                  <a:lnTo>
                    <a:pt x="225552" y="2184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04800" y="303783"/>
            <a:ext cx="226060" cy="226060"/>
            <a:chOff x="304800" y="303783"/>
            <a:chExt cx="226060" cy="226060"/>
          </a:xfrm>
        </p:grpSpPr>
        <p:sp>
          <p:nvSpPr>
            <p:cNvPr id="21" name="object 21"/>
            <p:cNvSpPr/>
            <p:nvPr/>
          </p:nvSpPr>
          <p:spPr>
            <a:xfrm>
              <a:off x="344728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23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0" y="185420"/>
                  </a:lnTo>
                  <a:lnTo>
                    <a:pt x="56388" y="185420"/>
                  </a:lnTo>
                  <a:lnTo>
                    <a:pt x="56388" y="55880"/>
                  </a:lnTo>
                  <a:lnTo>
                    <a:pt x="185623" y="55880"/>
                  </a:lnTo>
                  <a:lnTo>
                    <a:pt x="18562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4800" y="303783"/>
              <a:ext cx="226060" cy="226060"/>
            </a:xfrm>
            <a:custGeom>
              <a:avLst/>
              <a:gdLst/>
              <a:ahLst/>
              <a:cxnLst/>
              <a:rect l="l" t="t" r="r" b="b"/>
              <a:pathLst>
                <a:path w="226059" h="226059">
                  <a:moveTo>
                    <a:pt x="195681" y="139700"/>
                  </a:moveTo>
                  <a:lnTo>
                    <a:pt x="146608" y="139700"/>
                  </a:lnTo>
                  <a:lnTo>
                    <a:pt x="146608" y="135890"/>
                  </a:lnTo>
                  <a:lnTo>
                    <a:pt x="146608" y="7620"/>
                  </a:lnTo>
                  <a:lnTo>
                    <a:pt x="146608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35890"/>
                  </a:lnTo>
                  <a:lnTo>
                    <a:pt x="6705" y="135890"/>
                  </a:lnTo>
                  <a:lnTo>
                    <a:pt x="6705" y="7620"/>
                  </a:lnTo>
                  <a:lnTo>
                    <a:pt x="139293" y="7620"/>
                  </a:lnTo>
                  <a:lnTo>
                    <a:pt x="139293" y="135890"/>
                  </a:lnTo>
                  <a:lnTo>
                    <a:pt x="139293" y="139700"/>
                  </a:lnTo>
                  <a:lnTo>
                    <a:pt x="0" y="139700"/>
                  </a:lnTo>
                  <a:lnTo>
                    <a:pt x="0" y="147320"/>
                  </a:lnTo>
                  <a:lnTo>
                    <a:pt x="139293" y="147320"/>
                  </a:lnTo>
                  <a:lnTo>
                    <a:pt x="139293" y="179070"/>
                  </a:lnTo>
                  <a:lnTo>
                    <a:pt x="0" y="179070"/>
                  </a:lnTo>
                  <a:lnTo>
                    <a:pt x="0" y="186690"/>
                  </a:lnTo>
                  <a:lnTo>
                    <a:pt x="0" y="226060"/>
                  </a:lnTo>
                  <a:lnTo>
                    <a:pt x="6705" y="226060"/>
                  </a:lnTo>
                  <a:lnTo>
                    <a:pt x="6705" y="186690"/>
                  </a:lnTo>
                  <a:lnTo>
                    <a:pt x="146608" y="186690"/>
                  </a:lnTo>
                  <a:lnTo>
                    <a:pt x="146608" y="179070"/>
                  </a:lnTo>
                  <a:lnTo>
                    <a:pt x="146608" y="147320"/>
                  </a:lnTo>
                  <a:lnTo>
                    <a:pt x="195681" y="147320"/>
                  </a:lnTo>
                  <a:lnTo>
                    <a:pt x="195681" y="139700"/>
                  </a:lnTo>
                  <a:close/>
                </a:path>
                <a:path w="226059" h="226059">
                  <a:moveTo>
                    <a:pt x="225552" y="0"/>
                  </a:moveTo>
                  <a:lnTo>
                    <a:pt x="188976" y="0"/>
                  </a:lnTo>
                  <a:lnTo>
                    <a:pt x="188976" y="7620"/>
                  </a:lnTo>
                  <a:lnTo>
                    <a:pt x="188976" y="135890"/>
                  </a:lnTo>
                  <a:lnTo>
                    <a:pt x="195681" y="135890"/>
                  </a:lnTo>
                  <a:lnTo>
                    <a:pt x="195681" y="7620"/>
                  </a:lnTo>
                  <a:lnTo>
                    <a:pt x="225552" y="7620"/>
                  </a:lnTo>
                  <a:lnTo>
                    <a:pt x="2255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533704" y="10161447"/>
            <a:ext cx="6491605" cy="225425"/>
            <a:chOff x="533704" y="10161447"/>
            <a:chExt cx="6491605" cy="225425"/>
          </a:xfrm>
        </p:grpSpPr>
        <p:sp>
          <p:nvSpPr>
            <p:cNvPr id="24" name="object 24"/>
            <p:cNvSpPr/>
            <p:nvPr/>
          </p:nvSpPr>
          <p:spPr>
            <a:xfrm>
              <a:off x="53370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70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535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6535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9700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9700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2895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2895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60626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60626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9227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9227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2392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2392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15582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15582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8747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8747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19120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619120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5114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5114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82798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082798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14445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1444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31444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546093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9209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9209" y="129235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546093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546093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77995" y="10161447"/>
              <a:ext cx="229235" cy="129539"/>
            </a:xfrm>
            <a:custGeom>
              <a:avLst/>
              <a:gdLst/>
              <a:ahLst/>
              <a:cxnLst/>
              <a:rect l="l" t="t" r="r" b="b"/>
              <a:pathLst>
                <a:path w="229235" h="129540">
                  <a:moveTo>
                    <a:pt x="228904" y="0"/>
                  </a:moveTo>
                  <a:lnTo>
                    <a:pt x="0" y="0"/>
                  </a:lnTo>
                  <a:lnTo>
                    <a:pt x="0" y="129235"/>
                  </a:lnTo>
                  <a:lnTo>
                    <a:pt x="228904" y="129235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77995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777995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0964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0964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24129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24129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47319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47319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70484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0484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936489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936489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16813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16813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400167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400167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63181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3181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86346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9209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9209" y="56083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86346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095364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095364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327012" y="1029068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5">
                  <a:moveTo>
                    <a:pt x="228904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28904" y="56083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327012" y="10379989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4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558661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558661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793737" y="1029068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5">
                  <a:moveTo>
                    <a:pt x="231343" y="0"/>
                  </a:moveTo>
                  <a:lnTo>
                    <a:pt x="0" y="0"/>
                  </a:lnTo>
                  <a:lnTo>
                    <a:pt x="0" y="56083"/>
                  </a:lnTo>
                  <a:lnTo>
                    <a:pt x="231343" y="56083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793737" y="10379989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4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3" name="object 83"/>
          <p:cNvGrpSpPr/>
          <p:nvPr/>
        </p:nvGrpSpPr>
        <p:grpSpPr>
          <a:xfrm>
            <a:off x="533704" y="304190"/>
            <a:ext cx="6491605" cy="96520"/>
            <a:chOff x="533704" y="304190"/>
            <a:chExt cx="6491605" cy="96520"/>
          </a:xfrm>
        </p:grpSpPr>
        <p:sp>
          <p:nvSpPr>
            <p:cNvPr id="84" name="object 84"/>
            <p:cNvSpPr/>
            <p:nvPr/>
          </p:nvSpPr>
          <p:spPr>
            <a:xfrm>
              <a:off x="53370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3370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76535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76535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99700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9700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22895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22895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60626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460626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69227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69227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92392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92392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15582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15582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38747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38747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619120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619120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85114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85114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082798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082798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31444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31444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546093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546093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777995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777995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00964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00964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24129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24129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47319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47319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70484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70484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936489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936489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16813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516813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400167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5400167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563181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563181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86346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9209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9209" y="56388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86346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9209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9209" y="6704"/>
                  </a:lnTo>
                  <a:lnTo>
                    <a:pt x="229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095364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5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095364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5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327012" y="344042"/>
              <a:ext cx="229235" cy="56515"/>
            </a:xfrm>
            <a:custGeom>
              <a:avLst/>
              <a:gdLst/>
              <a:ahLst/>
              <a:cxnLst/>
              <a:rect l="l" t="t" r="r" b="b"/>
              <a:pathLst>
                <a:path w="229234" h="56514">
                  <a:moveTo>
                    <a:pt x="228904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28904" y="56388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327012" y="304190"/>
              <a:ext cx="229235" cy="6985"/>
            </a:xfrm>
            <a:custGeom>
              <a:avLst/>
              <a:gdLst/>
              <a:ahLst/>
              <a:cxnLst/>
              <a:rect l="l" t="t" r="r" b="b"/>
              <a:pathLst>
                <a:path w="229234" h="6985">
                  <a:moveTo>
                    <a:pt x="228904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28904" y="6704"/>
                  </a:lnTo>
                  <a:lnTo>
                    <a:pt x="2289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558661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6558661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6793737" y="344042"/>
              <a:ext cx="231775" cy="56515"/>
            </a:xfrm>
            <a:custGeom>
              <a:avLst/>
              <a:gdLst/>
              <a:ahLst/>
              <a:cxnLst/>
              <a:rect l="l" t="t" r="r" b="b"/>
              <a:pathLst>
                <a:path w="231775" h="56514">
                  <a:moveTo>
                    <a:pt x="231343" y="0"/>
                  </a:moveTo>
                  <a:lnTo>
                    <a:pt x="0" y="0"/>
                  </a:lnTo>
                  <a:lnTo>
                    <a:pt x="0" y="56388"/>
                  </a:lnTo>
                  <a:lnTo>
                    <a:pt x="231343" y="56388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6793737" y="304190"/>
              <a:ext cx="231775" cy="6985"/>
            </a:xfrm>
            <a:custGeom>
              <a:avLst/>
              <a:gdLst/>
              <a:ahLst/>
              <a:cxnLst/>
              <a:rect l="l" t="t" r="r" b="b"/>
              <a:pathLst>
                <a:path w="231775" h="6985">
                  <a:moveTo>
                    <a:pt x="231343" y="0"/>
                  </a:moveTo>
                  <a:lnTo>
                    <a:pt x="0" y="0"/>
                  </a:lnTo>
                  <a:lnTo>
                    <a:pt x="0" y="6704"/>
                  </a:lnTo>
                  <a:lnTo>
                    <a:pt x="231343" y="6704"/>
                  </a:lnTo>
                  <a:lnTo>
                    <a:pt x="2313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0" name="object 140"/>
          <p:cNvGrpSpPr/>
          <p:nvPr/>
        </p:nvGrpSpPr>
        <p:grpSpPr>
          <a:xfrm>
            <a:off x="7028433" y="10161523"/>
            <a:ext cx="225425" cy="224790"/>
            <a:chOff x="7028433" y="10161523"/>
            <a:chExt cx="225425" cy="224790"/>
          </a:xfrm>
        </p:grpSpPr>
        <p:sp>
          <p:nvSpPr>
            <p:cNvPr id="141" name="object 141"/>
            <p:cNvSpPr/>
            <p:nvPr/>
          </p:nvSpPr>
          <p:spPr>
            <a:xfrm>
              <a:off x="7028434" y="101615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10" y="0"/>
                  </a:moveTo>
                  <a:lnTo>
                    <a:pt x="129159" y="0"/>
                  </a:lnTo>
                  <a:lnTo>
                    <a:pt x="129159" y="129540"/>
                  </a:lnTo>
                  <a:lnTo>
                    <a:pt x="0" y="129540"/>
                  </a:lnTo>
                  <a:lnTo>
                    <a:pt x="0" y="185420"/>
                  </a:lnTo>
                  <a:lnTo>
                    <a:pt x="185597" y="185420"/>
                  </a:lnTo>
                  <a:lnTo>
                    <a:pt x="185597" y="129540"/>
                  </a:lnTo>
                  <a:lnTo>
                    <a:pt x="185610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028434" y="10161523"/>
              <a:ext cx="225425" cy="224790"/>
            </a:xfrm>
            <a:custGeom>
              <a:avLst/>
              <a:gdLst/>
              <a:ahLst/>
              <a:cxnLst/>
              <a:rect l="l" t="t" r="r" b="b"/>
              <a:pathLst>
                <a:path w="225425" h="224790">
                  <a:moveTo>
                    <a:pt x="36258" y="218440"/>
                  </a:moveTo>
                  <a:lnTo>
                    <a:pt x="36245" y="88900"/>
                  </a:lnTo>
                  <a:lnTo>
                    <a:pt x="29845" y="88900"/>
                  </a:lnTo>
                  <a:lnTo>
                    <a:pt x="29845" y="218440"/>
                  </a:lnTo>
                  <a:lnTo>
                    <a:pt x="0" y="218440"/>
                  </a:lnTo>
                  <a:lnTo>
                    <a:pt x="0" y="224790"/>
                  </a:lnTo>
                  <a:lnTo>
                    <a:pt x="36258" y="224790"/>
                  </a:lnTo>
                  <a:lnTo>
                    <a:pt x="36258" y="218440"/>
                  </a:lnTo>
                  <a:close/>
                </a:path>
                <a:path w="225425" h="224790">
                  <a:moveTo>
                    <a:pt x="225171" y="0"/>
                  </a:moveTo>
                  <a:lnTo>
                    <a:pt x="218821" y="0"/>
                  </a:lnTo>
                  <a:lnTo>
                    <a:pt x="218821" y="39370"/>
                  </a:lnTo>
                  <a:lnTo>
                    <a:pt x="79502" y="39370"/>
                  </a:lnTo>
                  <a:lnTo>
                    <a:pt x="79502" y="45720"/>
                  </a:lnTo>
                  <a:lnTo>
                    <a:pt x="79502" y="78740"/>
                  </a:lnTo>
                  <a:lnTo>
                    <a:pt x="29845" y="78740"/>
                  </a:lnTo>
                  <a:lnTo>
                    <a:pt x="29845" y="86360"/>
                  </a:lnTo>
                  <a:lnTo>
                    <a:pt x="79502" y="86360"/>
                  </a:lnTo>
                  <a:lnTo>
                    <a:pt x="79502" y="88900"/>
                  </a:lnTo>
                  <a:lnTo>
                    <a:pt x="79502" y="218440"/>
                  </a:lnTo>
                  <a:lnTo>
                    <a:pt x="79502" y="224790"/>
                  </a:lnTo>
                  <a:lnTo>
                    <a:pt x="225171" y="224790"/>
                  </a:lnTo>
                  <a:lnTo>
                    <a:pt x="225171" y="218440"/>
                  </a:lnTo>
                  <a:lnTo>
                    <a:pt x="225171" y="88900"/>
                  </a:lnTo>
                  <a:lnTo>
                    <a:pt x="218821" y="88900"/>
                  </a:lnTo>
                  <a:lnTo>
                    <a:pt x="218821" y="218440"/>
                  </a:lnTo>
                  <a:lnTo>
                    <a:pt x="86741" y="218440"/>
                  </a:lnTo>
                  <a:lnTo>
                    <a:pt x="86741" y="88900"/>
                  </a:lnTo>
                  <a:lnTo>
                    <a:pt x="86741" y="86360"/>
                  </a:lnTo>
                  <a:lnTo>
                    <a:pt x="225171" y="86360"/>
                  </a:lnTo>
                  <a:lnTo>
                    <a:pt x="225171" y="78740"/>
                  </a:lnTo>
                  <a:lnTo>
                    <a:pt x="86741" y="78740"/>
                  </a:lnTo>
                  <a:lnTo>
                    <a:pt x="86741" y="45720"/>
                  </a:lnTo>
                  <a:lnTo>
                    <a:pt x="225171" y="45720"/>
                  </a:lnTo>
                  <a:lnTo>
                    <a:pt x="225171" y="3937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3" name="object 143"/>
          <p:cNvGrpSpPr/>
          <p:nvPr/>
        </p:nvGrpSpPr>
        <p:grpSpPr>
          <a:xfrm>
            <a:off x="7028433" y="303783"/>
            <a:ext cx="225425" cy="9855200"/>
            <a:chOff x="7028433" y="303783"/>
            <a:chExt cx="225425" cy="9855200"/>
          </a:xfrm>
        </p:grpSpPr>
        <p:sp>
          <p:nvSpPr>
            <p:cNvPr id="144" name="object 144"/>
            <p:cNvSpPr/>
            <p:nvPr/>
          </p:nvSpPr>
          <p:spPr>
            <a:xfrm>
              <a:off x="7028434" y="344423"/>
              <a:ext cx="186055" cy="185420"/>
            </a:xfrm>
            <a:custGeom>
              <a:avLst/>
              <a:gdLst/>
              <a:ahLst/>
              <a:cxnLst/>
              <a:rect l="l" t="t" r="r" b="b"/>
              <a:pathLst>
                <a:path w="186054" h="185420">
                  <a:moveTo>
                    <a:pt x="185648" y="0"/>
                  </a:moveTo>
                  <a:lnTo>
                    <a:pt x="0" y="0"/>
                  </a:lnTo>
                  <a:lnTo>
                    <a:pt x="0" y="55880"/>
                  </a:lnTo>
                  <a:lnTo>
                    <a:pt x="129159" y="55880"/>
                  </a:lnTo>
                  <a:lnTo>
                    <a:pt x="129159" y="185420"/>
                  </a:lnTo>
                  <a:lnTo>
                    <a:pt x="185585" y="185420"/>
                  </a:lnTo>
                  <a:lnTo>
                    <a:pt x="185585" y="55880"/>
                  </a:lnTo>
                  <a:lnTo>
                    <a:pt x="18564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7028434" y="303783"/>
              <a:ext cx="225425" cy="226060"/>
            </a:xfrm>
            <a:custGeom>
              <a:avLst/>
              <a:gdLst/>
              <a:ahLst/>
              <a:cxnLst/>
              <a:rect l="l" t="t" r="r" b="b"/>
              <a:pathLst>
                <a:path w="225425" h="226059">
                  <a:moveTo>
                    <a:pt x="225171" y="189230"/>
                  </a:moveTo>
                  <a:lnTo>
                    <a:pt x="89281" y="189230"/>
                  </a:lnTo>
                  <a:lnTo>
                    <a:pt x="89281" y="195580"/>
                  </a:lnTo>
                  <a:lnTo>
                    <a:pt x="218821" y="195580"/>
                  </a:lnTo>
                  <a:lnTo>
                    <a:pt x="218821" y="226060"/>
                  </a:lnTo>
                  <a:lnTo>
                    <a:pt x="225171" y="226060"/>
                  </a:lnTo>
                  <a:lnTo>
                    <a:pt x="225171" y="195580"/>
                  </a:lnTo>
                  <a:lnTo>
                    <a:pt x="225171" y="189230"/>
                  </a:lnTo>
                  <a:close/>
                </a:path>
                <a:path w="225425" h="226059">
                  <a:moveTo>
                    <a:pt x="225234" y="7620"/>
                  </a:moveTo>
                  <a:lnTo>
                    <a:pt x="225171" y="0"/>
                  </a:lnTo>
                  <a:lnTo>
                    <a:pt x="89281" y="0"/>
                  </a:lnTo>
                  <a:lnTo>
                    <a:pt x="89281" y="7620"/>
                  </a:lnTo>
                  <a:lnTo>
                    <a:pt x="218821" y="7620"/>
                  </a:lnTo>
                  <a:lnTo>
                    <a:pt x="218821" y="139700"/>
                  </a:lnTo>
                  <a:lnTo>
                    <a:pt x="86741" y="139700"/>
                  </a:lnTo>
                  <a:lnTo>
                    <a:pt x="86741" y="7620"/>
                  </a:lnTo>
                  <a:lnTo>
                    <a:pt x="86741" y="0"/>
                  </a:lnTo>
                  <a:lnTo>
                    <a:pt x="79502" y="0"/>
                  </a:lnTo>
                  <a:lnTo>
                    <a:pt x="79502" y="7620"/>
                  </a:lnTo>
                  <a:lnTo>
                    <a:pt x="79502" y="139700"/>
                  </a:lnTo>
                  <a:lnTo>
                    <a:pt x="46355" y="139700"/>
                  </a:lnTo>
                  <a:lnTo>
                    <a:pt x="46355" y="7620"/>
                  </a:lnTo>
                  <a:lnTo>
                    <a:pt x="46355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39624" y="7620"/>
                  </a:lnTo>
                  <a:lnTo>
                    <a:pt x="39624" y="139700"/>
                  </a:lnTo>
                  <a:lnTo>
                    <a:pt x="39624" y="147320"/>
                  </a:lnTo>
                  <a:lnTo>
                    <a:pt x="79502" y="147320"/>
                  </a:lnTo>
                  <a:lnTo>
                    <a:pt x="79502" y="195580"/>
                  </a:lnTo>
                  <a:lnTo>
                    <a:pt x="86741" y="195580"/>
                  </a:lnTo>
                  <a:lnTo>
                    <a:pt x="86741" y="147320"/>
                  </a:lnTo>
                  <a:lnTo>
                    <a:pt x="225221" y="147320"/>
                  </a:lnTo>
                  <a:lnTo>
                    <a:pt x="225221" y="139700"/>
                  </a:lnTo>
                  <a:lnTo>
                    <a:pt x="225234" y="76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7157592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7247254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7157592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7247254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7157592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7247254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157592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7247254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7157592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7247254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157592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7247254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7157592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7247254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157592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247254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7157592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7247254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157592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247254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157592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247254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157592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247254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157592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247254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157592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247254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157592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247254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157592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247254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157592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247254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157592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247254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157592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247254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157592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247254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157592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247254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157592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247254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157592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247254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157592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247254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7157592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7247254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10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7157592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247254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157592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247254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157592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247254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7157592" y="7106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247254" y="7106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7157592" y="734105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7247254" y="734105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7157592" y="757575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7247254" y="757575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7157592" y="7810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7247254" y="7810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7157592" y="8045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247254" y="8045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157592" y="8280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7247254" y="8280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7157592" y="85149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7247254" y="85149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7157592" y="874956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7247254" y="874956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7157592" y="898425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247254" y="898425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400" y="232257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7157592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7247254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157592" y="945400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7247254" y="945400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7157592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5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7247254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4" h="232409">
                  <a:moveTo>
                    <a:pt x="6400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400" y="231952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7157592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5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7247254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4" h="235584">
                  <a:moveTo>
                    <a:pt x="6400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400" y="235305"/>
                  </a:lnTo>
                  <a:lnTo>
                    <a:pt x="64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8" name="object 228"/>
          <p:cNvGrpSpPr/>
          <p:nvPr/>
        </p:nvGrpSpPr>
        <p:grpSpPr>
          <a:xfrm>
            <a:off x="304800" y="533094"/>
            <a:ext cx="96520" cy="9625965"/>
            <a:chOff x="304800" y="533094"/>
            <a:chExt cx="96520" cy="9625965"/>
          </a:xfrm>
        </p:grpSpPr>
        <p:sp>
          <p:nvSpPr>
            <p:cNvPr id="229" name="object 229"/>
            <p:cNvSpPr/>
            <p:nvPr/>
          </p:nvSpPr>
          <p:spPr>
            <a:xfrm>
              <a:off x="344728" y="53309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304800" y="53309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44728" y="7677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04800" y="7677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44728" y="10024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04800" y="10024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344728" y="123713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304800" y="123713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344728" y="1471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304800" y="1471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344728" y="17068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304800" y="17068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344728" y="194152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304800" y="194152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44728" y="217622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04800" y="217622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44728" y="2410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04800" y="2410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44728" y="264599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304800" y="264599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44728" y="288069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04800" y="288069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44728" y="311538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04800" y="311538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44728" y="335008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04800" y="335008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44728" y="35847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304800" y="35847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44728" y="381972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04800" y="381972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44728" y="40544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04800" y="40544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44728" y="4289119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304800" y="4289119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344728" y="452376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04800" y="452376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344728" y="4758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304800" y="4758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344728" y="49934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304800" y="49934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344728" y="52281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304800" y="52281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344728" y="546285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304800" y="546285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344728" y="56976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304800" y="56976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344728" y="593262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304800" y="593262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344728" y="616732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10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304800" y="616732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10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344728" y="640201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304800" y="640201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344728" y="6636664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304800" y="6636664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344728" y="687136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304800" y="687136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344728" y="7106361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304800" y="7106361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344728" y="734105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304800" y="734105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344728" y="757575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304800" y="757575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344728" y="7810525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304800" y="7810525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344728" y="8045526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304800" y="8045526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344728" y="828022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304800" y="828022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344728" y="851491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304800" y="851491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344728" y="8749563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304800" y="8749563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344728" y="8984258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56388" y="232257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304800" y="8984258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2257"/>
                  </a:lnTo>
                  <a:lnTo>
                    <a:pt x="6704" y="232257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344728" y="9219310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304800" y="9219310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344728" y="9454007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304800" y="9454007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344728" y="9688702"/>
              <a:ext cx="56515" cy="232410"/>
            </a:xfrm>
            <a:custGeom>
              <a:avLst/>
              <a:gdLst/>
              <a:ahLst/>
              <a:cxnLst/>
              <a:rect l="l" t="t" r="r" b="b"/>
              <a:pathLst>
                <a:path w="56514" h="232409">
                  <a:moveTo>
                    <a:pt x="56388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56388" y="231952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304800" y="9688702"/>
              <a:ext cx="6985" cy="232410"/>
            </a:xfrm>
            <a:custGeom>
              <a:avLst/>
              <a:gdLst/>
              <a:ahLst/>
              <a:cxnLst/>
              <a:rect l="l" t="t" r="r" b="b"/>
              <a:pathLst>
                <a:path w="6985" h="232409">
                  <a:moveTo>
                    <a:pt x="6704" y="0"/>
                  </a:moveTo>
                  <a:lnTo>
                    <a:pt x="0" y="0"/>
                  </a:lnTo>
                  <a:lnTo>
                    <a:pt x="0" y="231952"/>
                  </a:lnTo>
                  <a:lnTo>
                    <a:pt x="6704" y="231952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344728" y="9923398"/>
              <a:ext cx="56515" cy="235585"/>
            </a:xfrm>
            <a:custGeom>
              <a:avLst/>
              <a:gdLst/>
              <a:ahLst/>
              <a:cxnLst/>
              <a:rect l="l" t="t" r="r" b="b"/>
              <a:pathLst>
                <a:path w="56514" h="235584">
                  <a:moveTo>
                    <a:pt x="56388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56388" y="235305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304800" y="9923398"/>
              <a:ext cx="6985" cy="235585"/>
            </a:xfrm>
            <a:custGeom>
              <a:avLst/>
              <a:gdLst/>
              <a:ahLst/>
              <a:cxnLst/>
              <a:rect l="l" t="t" r="r" b="b"/>
              <a:pathLst>
                <a:path w="6985" h="235584">
                  <a:moveTo>
                    <a:pt x="6704" y="0"/>
                  </a:moveTo>
                  <a:lnTo>
                    <a:pt x="0" y="0"/>
                  </a:lnTo>
                  <a:lnTo>
                    <a:pt x="0" y="235305"/>
                  </a:lnTo>
                  <a:lnTo>
                    <a:pt x="6704" y="235305"/>
                  </a:lnTo>
                  <a:lnTo>
                    <a:pt x="67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1" name="object 311"/>
          <p:cNvSpPr txBox="1"/>
          <p:nvPr/>
        </p:nvSpPr>
        <p:spPr>
          <a:xfrm>
            <a:off x="2783585" y="786129"/>
            <a:ext cx="2170430" cy="830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z="16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alibri"/>
              <a:cs typeface="Calibri"/>
            </a:endParaRPr>
          </a:p>
          <a:p>
            <a:pPr marL="114046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EMPLOYEE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2" name="object 312"/>
          <p:cNvSpPr txBox="1"/>
          <p:nvPr/>
        </p:nvSpPr>
        <p:spPr>
          <a:xfrm>
            <a:off x="3448303" y="2173351"/>
            <a:ext cx="355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spc="10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3" name="object 313"/>
          <p:cNvSpPr txBox="1"/>
          <p:nvPr/>
        </p:nvSpPr>
        <p:spPr>
          <a:xfrm>
            <a:off x="3490976" y="9057893"/>
            <a:ext cx="330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14" name="object 314"/>
          <p:cNvGrpSpPr/>
          <p:nvPr/>
        </p:nvGrpSpPr>
        <p:grpSpPr>
          <a:xfrm>
            <a:off x="530225" y="2531871"/>
            <a:ext cx="6498590" cy="1894205"/>
            <a:chOff x="530225" y="2531871"/>
            <a:chExt cx="6498590" cy="1894205"/>
          </a:xfrm>
        </p:grpSpPr>
        <p:sp>
          <p:nvSpPr>
            <p:cNvPr id="315" name="object 315"/>
            <p:cNvSpPr/>
            <p:nvPr/>
          </p:nvSpPr>
          <p:spPr>
            <a:xfrm>
              <a:off x="3032632" y="2872485"/>
              <a:ext cx="1188720" cy="782320"/>
            </a:xfrm>
            <a:custGeom>
              <a:avLst/>
              <a:gdLst/>
              <a:ahLst/>
              <a:cxnLst/>
              <a:rect l="l" t="t" r="r" b="b"/>
              <a:pathLst>
                <a:path w="1188720" h="782320">
                  <a:moveTo>
                    <a:pt x="594359" y="0"/>
                  </a:moveTo>
                  <a:lnTo>
                    <a:pt x="0" y="391159"/>
                  </a:lnTo>
                  <a:lnTo>
                    <a:pt x="594359" y="782320"/>
                  </a:lnTo>
                  <a:lnTo>
                    <a:pt x="1188720" y="391159"/>
                  </a:lnTo>
                  <a:lnTo>
                    <a:pt x="594359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3032632" y="2872485"/>
              <a:ext cx="1188720" cy="782320"/>
            </a:xfrm>
            <a:custGeom>
              <a:avLst/>
              <a:gdLst/>
              <a:ahLst/>
              <a:cxnLst/>
              <a:rect l="l" t="t" r="r" b="b"/>
              <a:pathLst>
                <a:path w="1188720" h="782320">
                  <a:moveTo>
                    <a:pt x="0" y="391159"/>
                  </a:moveTo>
                  <a:lnTo>
                    <a:pt x="594359" y="0"/>
                  </a:lnTo>
                  <a:lnTo>
                    <a:pt x="1188720" y="391159"/>
                  </a:lnTo>
                  <a:lnTo>
                    <a:pt x="594359" y="782320"/>
                  </a:lnTo>
                  <a:lnTo>
                    <a:pt x="0" y="391159"/>
                  </a:lnTo>
                  <a:close/>
                </a:path>
              </a:pathLst>
            </a:custGeom>
            <a:ln w="12699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3632073" y="2541396"/>
              <a:ext cx="13970" cy="349885"/>
            </a:xfrm>
            <a:custGeom>
              <a:avLst/>
              <a:gdLst/>
              <a:ahLst/>
              <a:cxnLst/>
              <a:rect l="l" t="t" r="r" b="b"/>
              <a:pathLst>
                <a:path w="13970" h="349885">
                  <a:moveTo>
                    <a:pt x="13969" y="0"/>
                  </a:moveTo>
                  <a:lnTo>
                    <a:pt x="0" y="34988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530225" y="4416297"/>
              <a:ext cx="6498590" cy="0"/>
            </a:xfrm>
            <a:custGeom>
              <a:avLst/>
              <a:gdLst/>
              <a:ahLst/>
              <a:cxnLst/>
              <a:rect l="l" t="t" r="r" b="b"/>
              <a:pathLst>
                <a:path w="6498590">
                  <a:moveTo>
                    <a:pt x="0" y="0"/>
                  </a:moveTo>
                  <a:lnTo>
                    <a:pt x="6498082" y="0"/>
                  </a:lnTo>
                </a:path>
              </a:pathLst>
            </a:custGeom>
            <a:ln w="1905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3596513" y="3694429"/>
              <a:ext cx="76200" cy="699770"/>
            </a:xfrm>
            <a:custGeom>
              <a:avLst/>
              <a:gdLst/>
              <a:ahLst/>
              <a:cxnLst/>
              <a:rect l="l" t="t" r="r" b="b"/>
              <a:pathLst>
                <a:path w="76200" h="699770">
                  <a:moveTo>
                    <a:pt x="76200" y="623570"/>
                  </a:moveTo>
                  <a:lnTo>
                    <a:pt x="47625" y="623570"/>
                  </a:lnTo>
                  <a:lnTo>
                    <a:pt x="47625" y="0"/>
                  </a:lnTo>
                  <a:lnTo>
                    <a:pt x="28575" y="0"/>
                  </a:lnTo>
                  <a:lnTo>
                    <a:pt x="28575" y="623570"/>
                  </a:lnTo>
                  <a:lnTo>
                    <a:pt x="0" y="623570"/>
                  </a:lnTo>
                  <a:lnTo>
                    <a:pt x="38100" y="699770"/>
                  </a:lnTo>
                  <a:lnTo>
                    <a:pt x="69850" y="636270"/>
                  </a:lnTo>
                  <a:lnTo>
                    <a:pt x="76200" y="6235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0" name="object 320"/>
          <p:cNvSpPr txBox="1"/>
          <p:nvPr/>
        </p:nvSpPr>
        <p:spPr>
          <a:xfrm>
            <a:off x="3433064" y="3161156"/>
            <a:ext cx="3873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502602" y="4553267"/>
            <a:ext cx="6525895" cy="2376805"/>
            <a:chOff x="502602" y="4553267"/>
            <a:chExt cx="6525895" cy="2376805"/>
          </a:xfrm>
        </p:grpSpPr>
        <p:sp>
          <p:nvSpPr>
            <p:cNvPr id="322" name="object 322"/>
            <p:cNvSpPr/>
            <p:nvPr/>
          </p:nvSpPr>
          <p:spPr>
            <a:xfrm>
              <a:off x="516255" y="4566919"/>
              <a:ext cx="6498590" cy="0"/>
            </a:xfrm>
            <a:custGeom>
              <a:avLst/>
              <a:gdLst/>
              <a:ahLst/>
              <a:cxnLst/>
              <a:rect l="l" t="t" r="r" b="b"/>
              <a:pathLst>
                <a:path w="6498590">
                  <a:moveTo>
                    <a:pt x="0" y="0"/>
                  </a:moveTo>
                  <a:lnTo>
                    <a:pt x="6498082" y="0"/>
                  </a:lnTo>
                </a:path>
              </a:pathLst>
            </a:custGeom>
            <a:ln w="27303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1471803" y="4560315"/>
              <a:ext cx="2167890" cy="824230"/>
            </a:xfrm>
            <a:custGeom>
              <a:avLst/>
              <a:gdLst/>
              <a:ahLst/>
              <a:cxnLst/>
              <a:rect l="l" t="t" r="r" b="b"/>
              <a:pathLst>
                <a:path w="2167890" h="824229">
                  <a:moveTo>
                    <a:pt x="833501" y="13589"/>
                  </a:moveTo>
                  <a:lnTo>
                    <a:pt x="820039" y="0"/>
                  </a:lnTo>
                  <a:lnTo>
                    <a:pt x="47498" y="763778"/>
                  </a:lnTo>
                  <a:lnTo>
                    <a:pt x="27432" y="743331"/>
                  </a:lnTo>
                  <a:lnTo>
                    <a:pt x="0" y="824103"/>
                  </a:lnTo>
                  <a:lnTo>
                    <a:pt x="81026" y="797560"/>
                  </a:lnTo>
                  <a:lnTo>
                    <a:pt x="60833" y="777240"/>
                  </a:lnTo>
                  <a:lnTo>
                    <a:pt x="833501" y="13589"/>
                  </a:lnTo>
                  <a:close/>
                </a:path>
                <a:path w="2167890" h="824229">
                  <a:moveTo>
                    <a:pt x="2167890" y="7366"/>
                  </a:moveTo>
                  <a:lnTo>
                    <a:pt x="2148840" y="6223"/>
                  </a:lnTo>
                  <a:lnTo>
                    <a:pt x="2107946" y="747522"/>
                  </a:lnTo>
                  <a:lnTo>
                    <a:pt x="2079371" y="745871"/>
                  </a:lnTo>
                  <a:lnTo>
                    <a:pt x="2113280" y="824103"/>
                  </a:lnTo>
                  <a:lnTo>
                    <a:pt x="2155571" y="750062"/>
                  </a:lnTo>
                  <a:lnTo>
                    <a:pt x="2126869" y="748538"/>
                  </a:lnTo>
                  <a:lnTo>
                    <a:pt x="2167890" y="73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4912868" y="5413120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40" h="372110">
                  <a:moveTo>
                    <a:pt x="1619885" y="0"/>
                  </a:moveTo>
                  <a:lnTo>
                    <a:pt x="186055" y="0"/>
                  </a:lnTo>
                  <a:lnTo>
                    <a:pt x="136652" y="6730"/>
                  </a:lnTo>
                  <a:lnTo>
                    <a:pt x="92202" y="25400"/>
                  </a:lnTo>
                  <a:lnTo>
                    <a:pt x="54483" y="54483"/>
                  </a:lnTo>
                  <a:lnTo>
                    <a:pt x="25400" y="92201"/>
                  </a:lnTo>
                  <a:lnTo>
                    <a:pt x="6604" y="136651"/>
                  </a:lnTo>
                  <a:lnTo>
                    <a:pt x="0" y="186054"/>
                  </a:lnTo>
                  <a:lnTo>
                    <a:pt x="6604" y="235585"/>
                  </a:lnTo>
                  <a:lnTo>
                    <a:pt x="25400" y="280035"/>
                  </a:lnTo>
                  <a:lnTo>
                    <a:pt x="54483" y="317626"/>
                  </a:lnTo>
                  <a:lnTo>
                    <a:pt x="92202" y="346710"/>
                  </a:lnTo>
                  <a:lnTo>
                    <a:pt x="136652" y="365505"/>
                  </a:lnTo>
                  <a:lnTo>
                    <a:pt x="186055" y="372110"/>
                  </a:lnTo>
                  <a:lnTo>
                    <a:pt x="1619885" y="372110"/>
                  </a:lnTo>
                  <a:lnTo>
                    <a:pt x="1669288" y="365505"/>
                  </a:lnTo>
                  <a:lnTo>
                    <a:pt x="1713738" y="346710"/>
                  </a:lnTo>
                  <a:lnTo>
                    <a:pt x="1751457" y="317626"/>
                  </a:lnTo>
                  <a:lnTo>
                    <a:pt x="1780539" y="280035"/>
                  </a:lnTo>
                  <a:lnTo>
                    <a:pt x="1799336" y="235585"/>
                  </a:lnTo>
                  <a:lnTo>
                    <a:pt x="1805939" y="186054"/>
                  </a:lnTo>
                  <a:lnTo>
                    <a:pt x="1799336" y="136651"/>
                  </a:lnTo>
                  <a:lnTo>
                    <a:pt x="1780539" y="92201"/>
                  </a:lnTo>
                  <a:lnTo>
                    <a:pt x="1751457" y="54483"/>
                  </a:lnTo>
                  <a:lnTo>
                    <a:pt x="1713738" y="25400"/>
                  </a:lnTo>
                  <a:lnTo>
                    <a:pt x="1669288" y="6730"/>
                  </a:lnTo>
                  <a:lnTo>
                    <a:pt x="1619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4912868" y="5413120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40" h="372110">
                  <a:moveTo>
                    <a:pt x="0" y="186054"/>
                  </a:moveTo>
                  <a:lnTo>
                    <a:pt x="6604" y="136651"/>
                  </a:lnTo>
                  <a:lnTo>
                    <a:pt x="25400" y="92201"/>
                  </a:lnTo>
                  <a:lnTo>
                    <a:pt x="54483" y="54483"/>
                  </a:lnTo>
                  <a:lnTo>
                    <a:pt x="92202" y="25400"/>
                  </a:lnTo>
                  <a:lnTo>
                    <a:pt x="136652" y="6730"/>
                  </a:lnTo>
                  <a:lnTo>
                    <a:pt x="186055" y="0"/>
                  </a:lnTo>
                  <a:lnTo>
                    <a:pt x="1619885" y="0"/>
                  </a:lnTo>
                  <a:lnTo>
                    <a:pt x="1669288" y="6730"/>
                  </a:lnTo>
                  <a:lnTo>
                    <a:pt x="1713738" y="25400"/>
                  </a:lnTo>
                  <a:lnTo>
                    <a:pt x="1751457" y="54483"/>
                  </a:lnTo>
                  <a:lnTo>
                    <a:pt x="1780539" y="92201"/>
                  </a:lnTo>
                  <a:lnTo>
                    <a:pt x="1799336" y="136651"/>
                  </a:lnTo>
                  <a:lnTo>
                    <a:pt x="1805939" y="186054"/>
                  </a:lnTo>
                  <a:lnTo>
                    <a:pt x="1799336" y="235585"/>
                  </a:lnTo>
                  <a:lnTo>
                    <a:pt x="1780539" y="280035"/>
                  </a:lnTo>
                  <a:lnTo>
                    <a:pt x="1751457" y="317626"/>
                  </a:lnTo>
                  <a:lnTo>
                    <a:pt x="1713738" y="346710"/>
                  </a:lnTo>
                  <a:lnTo>
                    <a:pt x="1669288" y="365505"/>
                  </a:lnTo>
                  <a:lnTo>
                    <a:pt x="1619885" y="372110"/>
                  </a:lnTo>
                  <a:lnTo>
                    <a:pt x="186055" y="372110"/>
                  </a:lnTo>
                  <a:lnTo>
                    <a:pt x="136652" y="365505"/>
                  </a:lnTo>
                  <a:lnTo>
                    <a:pt x="92202" y="346710"/>
                  </a:lnTo>
                  <a:lnTo>
                    <a:pt x="54483" y="317626"/>
                  </a:lnTo>
                  <a:lnTo>
                    <a:pt x="25400" y="280035"/>
                  </a:lnTo>
                  <a:lnTo>
                    <a:pt x="6604" y="235585"/>
                  </a:lnTo>
                  <a:lnTo>
                    <a:pt x="0" y="186054"/>
                  </a:lnTo>
                  <a:close/>
                </a:path>
              </a:pathLst>
            </a:custGeom>
            <a:ln w="12698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5178298" y="4563871"/>
              <a:ext cx="1230630" cy="2332355"/>
            </a:xfrm>
            <a:custGeom>
              <a:avLst/>
              <a:gdLst/>
              <a:ahLst/>
              <a:cxnLst/>
              <a:rect l="l" t="t" r="r" b="b"/>
              <a:pathLst>
                <a:path w="1230629" h="2332354">
                  <a:moveTo>
                    <a:pt x="609600" y="805942"/>
                  </a:moveTo>
                  <a:lnTo>
                    <a:pt x="607314" y="720725"/>
                  </a:lnTo>
                  <a:lnTo>
                    <a:pt x="582041" y="734314"/>
                  </a:lnTo>
                  <a:lnTo>
                    <a:pt x="189357" y="0"/>
                  </a:lnTo>
                  <a:lnTo>
                    <a:pt x="172593" y="9017"/>
                  </a:lnTo>
                  <a:lnTo>
                    <a:pt x="565277" y="743204"/>
                  </a:lnTo>
                  <a:lnTo>
                    <a:pt x="540004" y="756666"/>
                  </a:lnTo>
                  <a:lnTo>
                    <a:pt x="609600" y="805942"/>
                  </a:lnTo>
                  <a:close/>
                </a:path>
                <a:path w="1230629" h="2332354">
                  <a:moveTo>
                    <a:pt x="1230630" y="2331974"/>
                  </a:moveTo>
                  <a:lnTo>
                    <a:pt x="1225042" y="2247011"/>
                  </a:lnTo>
                  <a:lnTo>
                    <a:pt x="1200404" y="2261489"/>
                  </a:lnTo>
                  <a:lnTo>
                    <a:pt x="617855" y="1266063"/>
                  </a:lnTo>
                  <a:lnTo>
                    <a:pt x="609219" y="1271143"/>
                  </a:lnTo>
                  <a:lnTo>
                    <a:pt x="600710" y="1266190"/>
                  </a:lnTo>
                  <a:lnTo>
                    <a:pt x="29718" y="2261235"/>
                  </a:lnTo>
                  <a:lnTo>
                    <a:pt x="4826" y="2246884"/>
                  </a:lnTo>
                  <a:lnTo>
                    <a:pt x="0" y="2331974"/>
                  </a:lnTo>
                  <a:lnTo>
                    <a:pt x="70993" y="2284857"/>
                  </a:lnTo>
                  <a:lnTo>
                    <a:pt x="46228" y="2270633"/>
                  </a:lnTo>
                  <a:lnTo>
                    <a:pt x="609346" y="1289431"/>
                  </a:lnTo>
                  <a:lnTo>
                    <a:pt x="1184021" y="2271014"/>
                  </a:lnTo>
                  <a:lnTo>
                    <a:pt x="1159256" y="2285492"/>
                  </a:lnTo>
                  <a:lnTo>
                    <a:pt x="1230630" y="23319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2711322" y="5435345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39" h="372110">
                  <a:moveTo>
                    <a:pt x="1619885" y="0"/>
                  </a:moveTo>
                  <a:lnTo>
                    <a:pt x="186054" y="0"/>
                  </a:lnTo>
                  <a:lnTo>
                    <a:pt x="136651" y="6730"/>
                  </a:lnTo>
                  <a:lnTo>
                    <a:pt x="92201" y="25400"/>
                  </a:lnTo>
                  <a:lnTo>
                    <a:pt x="54482" y="54483"/>
                  </a:lnTo>
                  <a:lnTo>
                    <a:pt x="25400" y="92201"/>
                  </a:lnTo>
                  <a:lnTo>
                    <a:pt x="6603" y="136651"/>
                  </a:lnTo>
                  <a:lnTo>
                    <a:pt x="0" y="186054"/>
                  </a:lnTo>
                  <a:lnTo>
                    <a:pt x="6603" y="235585"/>
                  </a:lnTo>
                  <a:lnTo>
                    <a:pt x="25400" y="280035"/>
                  </a:lnTo>
                  <a:lnTo>
                    <a:pt x="54482" y="317626"/>
                  </a:lnTo>
                  <a:lnTo>
                    <a:pt x="92201" y="346710"/>
                  </a:lnTo>
                  <a:lnTo>
                    <a:pt x="136651" y="365505"/>
                  </a:lnTo>
                  <a:lnTo>
                    <a:pt x="186054" y="372110"/>
                  </a:lnTo>
                  <a:lnTo>
                    <a:pt x="1619885" y="372110"/>
                  </a:lnTo>
                  <a:lnTo>
                    <a:pt x="1669288" y="365505"/>
                  </a:lnTo>
                  <a:lnTo>
                    <a:pt x="1713738" y="346710"/>
                  </a:lnTo>
                  <a:lnTo>
                    <a:pt x="1751456" y="317626"/>
                  </a:lnTo>
                  <a:lnTo>
                    <a:pt x="1780539" y="280035"/>
                  </a:lnTo>
                  <a:lnTo>
                    <a:pt x="1799336" y="235585"/>
                  </a:lnTo>
                  <a:lnTo>
                    <a:pt x="1805939" y="186054"/>
                  </a:lnTo>
                  <a:lnTo>
                    <a:pt x="1799336" y="136651"/>
                  </a:lnTo>
                  <a:lnTo>
                    <a:pt x="1780539" y="92201"/>
                  </a:lnTo>
                  <a:lnTo>
                    <a:pt x="1751456" y="54483"/>
                  </a:lnTo>
                  <a:lnTo>
                    <a:pt x="1713738" y="25400"/>
                  </a:lnTo>
                  <a:lnTo>
                    <a:pt x="1669288" y="6730"/>
                  </a:lnTo>
                  <a:lnTo>
                    <a:pt x="1619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2711322" y="5435345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39" h="372110">
                  <a:moveTo>
                    <a:pt x="0" y="186054"/>
                  </a:moveTo>
                  <a:lnTo>
                    <a:pt x="6603" y="136651"/>
                  </a:lnTo>
                  <a:lnTo>
                    <a:pt x="25400" y="92201"/>
                  </a:lnTo>
                  <a:lnTo>
                    <a:pt x="54482" y="54483"/>
                  </a:lnTo>
                  <a:lnTo>
                    <a:pt x="92201" y="25400"/>
                  </a:lnTo>
                  <a:lnTo>
                    <a:pt x="136651" y="6730"/>
                  </a:lnTo>
                  <a:lnTo>
                    <a:pt x="186054" y="0"/>
                  </a:lnTo>
                  <a:lnTo>
                    <a:pt x="1619885" y="0"/>
                  </a:lnTo>
                  <a:lnTo>
                    <a:pt x="1669288" y="6730"/>
                  </a:lnTo>
                  <a:lnTo>
                    <a:pt x="1713738" y="25400"/>
                  </a:lnTo>
                  <a:lnTo>
                    <a:pt x="1751456" y="54483"/>
                  </a:lnTo>
                  <a:lnTo>
                    <a:pt x="1780539" y="92201"/>
                  </a:lnTo>
                  <a:lnTo>
                    <a:pt x="1799336" y="136651"/>
                  </a:lnTo>
                  <a:lnTo>
                    <a:pt x="1805939" y="186054"/>
                  </a:lnTo>
                  <a:lnTo>
                    <a:pt x="1799336" y="235585"/>
                  </a:lnTo>
                  <a:lnTo>
                    <a:pt x="1780539" y="280035"/>
                  </a:lnTo>
                  <a:lnTo>
                    <a:pt x="1751456" y="317626"/>
                  </a:lnTo>
                  <a:lnTo>
                    <a:pt x="1713738" y="346710"/>
                  </a:lnTo>
                  <a:lnTo>
                    <a:pt x="1669288" y="365505"/>
                  </a:lnTo>
                  <a:lnTo>
                    <a:pt x="1619885" y="372110"/>
                  </a:lnTo>
                  <a:lnTo>
                    <a:pt x="186054" y="372110"/>
                  </a:lnTo>
                  <a:lnTo>
                    <a:pt x="136651" y="365505"/>
                  </a:lnTo>
                  <a:lnTo>
                    <a:pt x="92201" y="346710"/>
                  </a:lnTo>
                  <a:lnTo>
                    <a:pt x="54482" y="317626"/>
                  </a:lnTo>
                  <a:lnTo>
                    <a:pt x="25400" y="280035"/>
                  </a:lnTo>
                  <a:lnTo>
                    <a:pt x="6603" y="235585"/>
                  </a:lnTo>
                  <a:lnTo>
                    <a:pt x="0" y="186054"/>
                  </a:lnTo>
                  <a:close/>
                </a:path>
              </a:pathLst>
            </a:custGeom>
            <a:ln w="12698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3365500" y="5831077"/>
              <a:ext cx="173355" cy="1096645"/>
            </a:xfrm>
            <a:custGeom>
              <a:avLst/>
              <a:gdLst/>
              <a:ahLst/>
              <a:cxnLst/>
              <a:rect l="l" t="t" r="r" b="b"/>
              <a:pathLst>
                <a:path w="173354" h="1096645">
                  <a:moveTo>
                    <a:pt x="154304" y="0"/>
                  </a:moveTo>
                  <a:lnTo>
                    <a:pt x="28321" y="1019809"/>
                  </a:lnTo>
                  <a:lnTo>
                    <a:pt x="0" y="1016253"/>
                  </a:lnTo>
                  <a:lnTo>
                    <a:pt x="28448" y="1096517"/>
                  </a:lnTo>
                  <a:lnTo>
                    <a:pt x="75564" y="1025525"/>
                  </a:lnTo>
                  <a:lnTo>
                    <a:pt x="47244" y="1022095"/>
                  </a:lnTo>
                  <a:lnTo>
                    <a:pt x="173100" y="2285"/>
                  </a:lnTo>
                  <a:lnTo>
                    <a:pt x="1543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556133" y="5435345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39" h="372110">
                  <a:moveTo>
                    <a:pt x="1619885" y="0"/>
                  </a:moveTo>
                  <a:lnTo>
                    <a:pt x="186054" y="0"/>
                  </a:lnTo>
                  <a:lnTo>
                    <a:pt x="136588" y="6730"/>
                  </a:lnTo>
                  <a:lnTo>
                    <a:pt x="92151" y="25400"/>
                  </a:lnTo>
                  <a:lnTo>
                    <a:pt x="54495" y="54483"/>
                  </a:lnTo>
                  <a:lnTo>
                    <a:pt x="25400" y="92201"/>
                  </a:lnTo>
                  <a:lnTo>
                    <a:pt x="6642" y="136651"/>
                  </a:lnTo>
                  <a:lnTo>
                    <a:pt x="0" y="186054"/>
                  </a:lnTo>
                  <a:lnTo>
                    <a:pt x="6642" y="235585"/>
                  </a:lnTo>
                  <a:lnTo>
                    <a:pt x="25400" y="280035"/>
                  </a:lnTo>
                  <a:lnTo>
                    <a:pt x="54495" y="317626"/>
                  </a:lnTo>
                  <a:lnTo>
                    <a:pt x="92151" y="346710"/>
                  </a:lnTo>
                  <a:lnTo>
                    <a:pt x="136588" y="365505"/>
                  </a:lnTo>
                  <a:lnTo>
                    <a:pt x="186054" y="372110"/>
                  </a:lnTo>
                  <a:lnTo>
                    <a:pt x="1619885" y="372110"/>
                  </a:lnTo>
                  <a:lnTo>
                    <a:pt x="1669288" y="365505"/>
                  </a:lnTo>
                  <a:lnTo>
                    <a:pt x="1713738" y="346710"/>
                  </a:lnTo>
                  <a:lnTo>
                    <a:pt x="1751457" y="317626"/>
                  </a:lnTo>
                  <a:lnTo>
                    <a:pt x="1780540" y="280035"/>
                  </a:lnTo>
                  <a:lnTo>
                    <a:pt x="1799336" y="235585"/>
                  </a:lnTo>
                  <a:lnTo>
                    <a:pt x="1805940" y="186054"/>
                  </a:lnTo>
                  <a:lnTo>
                    <a:pt x="1799336" y="136651"/>
                  </a:lnTo>
                  <a:lnTo>
                    <a:pt x="1780540" y="92201"/>
                  </a:lnTo>
                  <a:lnTo>
                    <a:pt x="1751457" y="54483"/>
                  </a:lnTo>
                  <a:lnTo>
                    <a:pt x="1713738" y="25400"/>
                  </a:lnTo>
                  <a:lnTo>
                    <a:pt x="1669288" y="6730"/>
                  </a:lnTo>
                  <a:lnTo>
                    <a:pt x="1619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556133" y="5435345"/>
              <a:ext cx="1805939" cy="372110"/>
            </a:xfrm>
            <a:custGeom>
              <a:avLst/>
              <a:gdLst/>
              <a:ahLst/>
              <a:cxnLst/>
              <a:rect l="l" t="t" r="r" b="b"/>
              <a:pathLst>
                <a:path w="1805939" h="372110">
                  <a:moveTo>
                    <a:pt x="0" y="186054"/>
                  </a:moveTo>
                  <a:lnTo>
                    <a:pt x="6642" y="136651"/>
                  </a:lnTo>
                  <a:lnTo>
                    <a:pt x="25400" y="92201"/>
                  </a:lnTo>
                  <a:lnTo>
                    <a:pt x="54495" y="54483"/>
                  </a:lnTo>
                  <a:lnTo>
                    <a:pt x="92151" y="25400"/>
                  </a:lnTo>
                  <a:lnTo>
                    <a:pt x="136588" y="6730"/>
                  </a:lnTo>
                  <a:lnTo>
                    <a:pt x="186054" y="0"/>
                  </a:lnTo>
                  <a:lnTo>
                    <a:pt x="1619885" y="0"/>
                  </a:lnTo>
                  <a:lnTo>
                    <a:pt x="1669288" y="6730"/>
                  </a:lnTo>
                  <a:lnTo>
                    <a:pt x="1713738" y="25400"/>
                  </a:lnTo>
                  <a:lnTo>
                    <a:pt x="1751457" y="54483"/>
                  </a:lnTo>
                  <a:lnTo>
                    <a:pt x="1780540" y="92201"/>
                  </a:lnTo>
                  <a:lnTo>
                    <a:pt x="1799336" y="136651"/>
                  </a:lnTo>
                  <a:lnTo>
                    <a:pt x="1805940" y="186054"/>
                  </a:lnTo>
                  <a:lnTo>
                    <a:pt x="1799336" y="235585"/>
                  </a:lnTo>
                  <a:lnTo>
                    <a:pt x="1780540" y="280035"/>
                  </a:lnTo>
                  <a:lnTo>
                    <a:pt x="1751457" y="317626"/>
                  </a:lnTo>
                  <a:lnTo>
                    <a:pt x="1713738" y="346710"/>
                  </a:lnTo>
                  <a:lnTo>
                    <a:pt x="1669288" y="365505"/>
                  </a:lnTo>
                  <a:lnTo>
                    <a:pt x="1619885" y="372110"/>
                  </a:lnTo>
                  <a:lnTo>
                    <a:pt x="186054" y="372110"/>
                  </a:lnTo>
                  <a:lnTo>
                    <a:pt x="136588" y="365505"/>
                  </a:lnTo>
                  <a:lnTo>
                    <a:pt x="92151" y="346710"/>
                  </a:lnTo>
                  <a:lnTo>
                    <a:pt x="54495" y="317626"/>
                  </a:lnTo>
                  <a:lnTo>
                    <a:pt x="25400" y="280035"/>
                  </a:lnTo>
                  <a:lnTo>
                    <a:pt x="6642" y="235585"/>
                  </a:lnTo>
                  <a:lnTo>
                    <a:pt x="0" y="186054"/>
                  </a:lnTo>
                  <a:close/>
                </a:path>
              </a:pathLst>
            </a:custGeom>
            <a:ln w="12698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1229791" y="5830823"/>
              <a:ext cx="414020" cy="1099185"/>
            </a:xfrm>
            <a:custGeom>
              <a:avLst/>
              <a:gdLst/>
              <a:ahLst/>
              <a:cxnLst/>
              <a:rect l="l" t="t" r="r" b="b"/>
              <a:pathLst>
                <a:path w="414019" h="1099184">
                  <a:moveTo>
                    <a:pt x="17919" y="0"/>
                  </a:moveTo>
                  <a:lnTo>
                    <a:pt x="0" y="6476"/>
                  </a:lnTo>
                  <a:lnTo>
                    <a:pt x="369138" y="1030224"/>
                  </a:lnTo>
                  <a:lnTo>
                    <a:pt x="342214" y="1039876"/>
                  </a:lnTo>
                  <a:lnTo>
                    <a:pt x="403936" y="1098677"/>
                  </a:lnTo>
                  <a:lnTo>
                    <a:pt x="413969" y="1014095"/>
                  </a:lnTo>
                  <a:lnTo>
                    <a:pt x="387045" y="1023747"/>
                  </a:lnTo>
                  <a:lnTo>
                    <a:pt x="179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3" name="object 333"/>
          <p:cNvSpPr txBox="1"/>
          <p:nvPr/>
        </p:nvSpPr>
        <p:spPr>
          <a:xfrm>
            <a:off x="1191869" y="5536183"/>
            <a:ext cx="527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Ac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cou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4" name="object 334"/>
          <p:cNvSpPr txBox="1"/>
          <p:nvPr/>
        </p:nvSpPr>
        <p:spPr>
          <a:xfrm>
            <a:off x="3231642" y="5499607"/>
            <a:ext cx="868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sz="1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5" name="object 335"/>
          <p:cNvSpPr txBox="1"/>
          <p:nvPr/>
        </p:nvSpPr>
        <p:spPr>
          <a:xfrm>
            <a:off x="5564251" y="5511799"/>
            <a:ext cx="5010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36" name="object 336"/>
          <p:cNvGrpSpPr/>
          <p:nvPr/>
        </p:nvGrpSpPr>
        <p:grpSpPr>
          <a:xfrm>
            <a:off x="520700" y="6923151"/>
            <a:ext cx="6498590" cy="1459865"/>
            <a:chOff x="520700" y="6923151"/>
            <a:chExt cx="6498590" cy="1459865"/>
          </a:xfrm>
        </p:grpSpPr>
        <p:sp>
          <p:nvSpPr>
            <p:cNvPr id="337" name="object 337"/>
            <p:cNvSpPr/>
            <p:nvPr/>
          </p:nvSpPr>
          <p:spPr>
            <a:xfrm>
              <a:off x="6041263" y="6930135"/>
              <a:ext cx="782955" cy="372110"/>
            </a:xfrm>
            <a:custGeom>
              <a:avLst/>
              <a:gdLst/>
              <a:ahLst/>
              <a:cxnLst/>
              <a:rect l="l" t="t" r="r" b="b"/>
              <a:pathLst>
                <a:path w="782954" h="372109">
                  <a:moveTo>
                    <a:pt x="596900" y="0"/>
                  </a:moveTo>
                  <a:lnTo>
                    <a:pt x="186054" y="0"/>
                  </a:lnTo>
                  <a:lnTo>
                    <a:pt x="136651" y="6731"/>
                  </a:lnTo>
                  <a:lnTo>
                    <a:pt x="92201" y="25400"/>
                  </a:lnTo>
                  <a:lnTo>
                    <a:pt x="54483" y="54483"/>
                  </a:lnTo>
                  <a:lnTo>
                    <a:pt x="25400" y="92201"/>
                  </a:lnTo>
                  <a:lnTo>
                    <a:pt x="6603" y="136525"/>
                  </a:lnTo>
                  <a:lnTo>
                    <a:pt x="0" y="186055"/>
                  </a:lnTo>
                  <a:lnTo>
                    <a:pt x="6603" y="235458"/>
                  </a:lnTo>
                  <a:lnTo>
                    <a:pt x="25400" y="279908"/>
                  </a:lnTo>
                  <a:lnTo>
                    <a:pt x="54483" y="317500"/>
                  </a:lnTo>
                  <a:lnTo>
                    <a:pt x="92201" y="346583"/>
                  </a:lnTo>
                  <a:lnTo>
                    <a:pt x="136651" y="365378"/>
                  </a:lnTo>
                  <a:lnTo>
                    <a:pt x="186054" y="371983"/>
                  </a:lnTo>
                  <a:lnTo>
                    <a:pt x="596900" y="371983"/>
                  </a:lnTo>
                  <a:lnTo>
                    <a:pt x="646303" y="365378"/>
                  </a:lnTo>
                  <a:lnTo>
                    <a:pt x="690753" y="346583"/>
                  </a:lnTo>
                  <a:lnTo>
                    <a:pt x="728471" y="317500"/>
                  </a:lnTo>
                  <a:lnTo>
                    <a:pt x="757555" y="279908"/>
                  </a:lnTo>
                  <a:lnTo>
                    <a:pt x="776351" y="235458"/>
                  </a:lnTo>
                  <a:lnTo>
                    <a:pt x="782955" y="186055"/>
                  </a:lnTo>
                  <a:lnTo>
                    <a:pt x="776351" y="136525"/>
                  </a:lnTo>
                  <a:lnTo>
                    <a:pt x="757555" y="92201"/>
                  </a:lnTo>
                  <a:lnTo>
                    <a:pt x="728471" y="54483"/>
                  </a:lnTo>
                  <a:lnTo>
                    <a:pt x="690753" y="25400"/>
                  </a:lnTo>
                  <a:lnTo>
                    <a:pt x="646303" y="6731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6041263" y="6930135"/>
              <a:ext cx="782955" cy="372110"/>
            </a:xfrm>
            <a:custGeom>
              <a:avLst/>
              <a:gdLst/>
              <a:ahLst/>
              <a:cxnLst/>
              <a:rect l="l" t="t" r="r" b="b"/>
              <a:pathLst>
                <a:path w="782954" h="372109">
                  <a:moveTo>
                    <a:pt x="0" y="186055"/>
                  </a:moveTo>
                  <a:lnTo>
                    <a:pt x="6603" y="136525"/>
                  </a:lnTo>
                  <a:lnTo>
                    <a:pt x="25400" y="92201"/>
                  </a:lnTo>
                  <a:lnTo>
                    <a:pt x="54483" y="54483"/>
                  </a:lnTo>
                  <a:lnTo>
                    <a:pt x="92201" y="25400"/>
                  </a:lnTo>
                  <a:lnTo>
                    <a:pt x="136651" y="6731"/>
                  </a:lnTo>
                  <a:lnTo>
                    <a:pt x="186054" y="0"/>
                  </a:lnTo>
                  <a:lnTo>
                    <a:pt x="596900" y="0"/>
                  </a:lnTo>
                  <a:lnTo>
                    <a:pt x="646303" y="6731"/>
                  </a:lnTo>
                  <a:lnTo>
                    <a:pt x="690753" y="25400"/>
                  </a:lnTo>
                  <a:lnTo>
                    <a:pt x="728471" y="54483"/>
                  </a:lnTo>
                  <a:lnTo>
                    <a:pt x="757555" y="92201"/>
                  </a:lnTo>
                  <a:lnTo>
                    <a:pt x="776351" y="136525"/>
                  </a:lnTo>
                  <a:lnTo>
                    <a:pt x="782955" y="186055"/>
                  </a:lnTo>
                  <a:lnTo>
                    <a:pt x="776351" y="235458"/>
                  </a:lnTo>
                  <a:lnTo>
                    <a:pt x="757555" y="279908"/>
                  </a:lnTo>
                  <a:lnTo>
                    <a:pt x="728471" y="317500"/>
                  </a:lnTo>
                  <a:lnTo>
                    <a:pt x="690753" y="346583"/>
                  </a:lnTo>
                  <a:lnTo>
                    <a:pt x="646303" y="365378"/>
                  </a:lnTo>
                  <a:lnTo>
                    <a:pt x="596900" y="371983"/>
                  </a:lnTo>
                  <a:lnTo>
                    <a:pt x="186054" y="371983"/>
                  </a:lnTo>
                  <a:lnTo>
                    <a:pt x="136651" y="365378"/>
                  </a:lnTo>
                  <a:lnTo>
                    <a:pt x="92201" y="346583"/>
                  </a:lnTo>
                  <a:lnTo>
                    <a:pt x="54483" y="317500"/>
                  </a:lnTo>
                  <a:lnTo>
                    <a:pt x="25400" y="279908"/>
                  </a:lnTo>
                  <a:lnTo>
                    <a:pt x="6603" y="235458"/>
                  </a:lnTo>
                  <a:lnTo>
                    <a:pt x="0" y="186055"/>
                  </a:lnTo>
                  <a:close/>
                </a:path>
              </a:pathLst>
            </a:custGeom>
            <a:ln w="12699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4787772" y="6929500"/>
              <a:ext cx="789940" cy="372110"/>
            </a:xfrm>
            <a:custGeom>
              <a:avLst/>
              <a:gdLst/>
              <a:ahLst/>
              <a:cxnLst/>
              <a:rect l="l" t="t" r="r" b="b"/>
              <a:pathLst>
                <a:path w="789939" h="372109">
                  <a:moveTo>
                    <a:pt x="603885" y="0"/>
                  </a:moveTo>
                  <a:lnTo>
                    <a:pt x="186054" y="0"/>
                  </a:lnTo>
                  <a:lnTo>
                    <a:pt x="136651" y="6730"/>
                  </a:lnTo>
                  <a:lnTo>
                    <a:pt x="92201" y="25399"/>
                  </a:lnTo>
                  <a:lnTo>
                    <a:pt x="54482" y="54482"/>
                  </a:lnTo>
                  <a:lnTo>
                    <a:pt x="25400" y="92201"/>
                  </a:lnTo>
                  <a:lnTo>
                    <a:pt x="6603" y="136524"/>
                  </a:lnTo>
                  <a:lnTo>
                    <a:pt x="0" y="186054"/>
                  </a:lnTo>
                  <a:lnTo>
                    <a:pt x="6603" y="235457"/>
                  </a:lnTo>
                  <a:lnTo>
                    <a:pt x="25400" y="279907"/>
                  </a:lnTo>
                  <a:lnTo>
                    <a:pt x="54482" y="317499"/>
                  </a:lnTo>
                  <a:lnTo>
                    <a:pt x="92201" y="346582"/>
                  </a:lnTo>
                  <a:lnTo>
                    <a:pt x="136651" y="365378"/>
                  </a:lnTo>
                  <a:lnTo>
                    <a:pt x="186054" y="371982"/>
                  </a:lnTo>
                  <a:lnTo>
                    <a:pt x="603885" y="371982"/>
                  </a:lnTo>
                  <a:lnTo>
                    <a:pt x="653288" y="365378"/>
                  </a:lnTo>
                  <a:lnTo>
                    <a:pt x="697738" y="346582"/>
                  </a:lnTo>
                  <a:lnTo>
                    <a:pt x="735456" y="317499"/>
                  </a:lnTo>
                  <a:lnTo>
                    <a:pt x="764539" y="279907"/>
                  </a:lnTo>
                  <a:lnTo>
                    <a:pt x="783336" y="235457"/>
                  </a:lnTo>
                  <a:lnTo>
                    <a:pt x="789939" y="186054"/>
                  </a:lnTo>
                  <a:lnTo>
                    <a:pt x="783336" y="136524"/>
                  </a:lnTo>
                  <a:lnTo>
                    <a:pt x="764539" y="92201"/>
                  </a:lnTo>
                  <a:lnTo>
                    <a:pt x="735456" y="54482"/>
                  </a:lnTo>
                  <a:lnTo>
                    <a:pt x="697738" y="25399"/>
                  </a:lnTo>
                  <a:lnTo>
                    <a:pt x="653288" y="6730"/>
                  </a:lnTo>
                  <a:lnTo>
                    <a:pt x="60388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4787772" y="6929500"/>
              <a:ext cx="789940" cy="372110"/>
            </a:xfrm>
            <a:custGeom>
              <a:avLst/>
              <a:gdLst/>
              <a:ahLst/>
              <a:cxnLst/>
              <a:rect l="l" t="t" r="r" b="b"/>
              <a:pathLst>
                <a:path w="789939" h="372109">
                  <a:moveTo>
                    <a:pt x="0" y="186054"/>
                  </a:moveTo>
                  <a:lnTo>
                    <a:pt x="6603" y="136524"/>
                  </a:lnTo>
                  <a:lnTo>
                    <a:pt x="25400" y="92201"/>
                  </a:lnTo>
                  <a:lnTo>
                    <a:pt x="54482" y="54482"/>
                  </a:lnTo>
                  <a:lnTo>
                    <a:pt x="92201" y="25399"/>
                  </a:lnTo>
                  <a:lnTo>
                    <a:pt x="136651" y="6730"/>
                  </a:lnTo>
                  <a:lnTo>
                    <a:pt x="186054" y="0"/>
                  </a:lnTo>
                  <a:lnTo>
                    <a:pt x="603885" y="0"/>
                  </a:lnTo>
                  <a:lnTo>
                    <a:pt x="653288" y="6730"/>
                  </a:lnTo>
                  <a:lnTo>
                    <a:pt x="697738" y="25399"/>
                  </a:lnTo>
                  <a:lnTo>
                    <a:pt x="735456" y="54482"/>
                  </a:lnTo>
                  <a:lnTo>
                    <a:pt x="764539" y="92201"/>
                  </a:lnTo>
                  <a:lnTo>
                    <a:pt x="783336" y="136524"/>
                  </a:lnTo>
                  <a:lnTo>
                    <a:pt x="789939" y="186054"/>
                  </a:lnTo>
                  <a:lnTo>
                    <a:pt x="783336" y="235457"/>
                  </a:lnTo>
                  <a:lnTo>
                    <a:pt x="764539" y="279907"/>
                  </a:lnTo>
                  <a:lnTo>
                    <a:pt x="735456" y="317499"/>
                  </a:lnTo>
                  <a:lnTo>
                    <a:pt x="697738" y="346582"/>
                  </a:lnTo>
                  <a:lnTo>
                    <a:pt x="653288" y="365378"/>
                  </a:lnTo>
                  <a:lnTo>
                    <a:pt x="603885" y="371982"/>
                  </a:lnTo>
                  <a:lnTo>
                    <a:pt x="186054" y="371982"/>
                  </a:lnTo>
                  <a:lnTo>
                    <a:pt x="136651" y="365378"/>
                  </a:lnTo>
                  <a:lnTo>
                    <a:pt x="92201" y="346582"/>
                  </a:lnTo>
                  <a:lnTo>
                    <a:pt x="54482" y="317499"/>
                  </a:lnTo>
                  <a:lnTo>
                    <a:pt x="25400" y="279907"/>
                  </a:lnTo>
                  <a:lnTo>
                    <a:pt x="6603" y="235457"/>
                  </a:lnTo>
                  <a:lnTo>
                    <a:pt x="0" y="186054"/>
                  </a:lnTo>
                  <a:close/>
                </a:path>
              </a:pathLst>
            </a:custGeom>
            <a:ln w="12698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2812288" y="6964425"/>
              <a:ext cx="1309370" cy="372110"/>
            </a:xfrm>
            <a:custGeom>
              <a:avLst/>
              <a:gdLst/>
              <a:ahLst/>
              <a:cxnLst/>
              <a:rect l="l" t="t" r="r" b="b"/>
              <a:pathLst>
                <a:path w="1309370" h="372109">
                  <a:moveTo>
                    <a:pt x="1123314" y="0"/>
                  </a:moveTo>
                  <a:lnTo>
                    <a:pt x="186055" y="0"/>
                  </a:lnTo>
                  <a:lnTo>
                    <a:pt x="136651" y="6603"/>
                  </a:lnTo>
                  <a:lnTo>
                    <a:pt x="92201" y="25399"/>
                  </a:lnTo>
                  <a:lnTo>
                    <a:pt x="54482" y="54482"/>
                  </a:lnTo>
                  <a:lnTo>
                    <a:pt x="25400" y="92201"/>
                  </a:lnTo>
                  <a:lnTo>
                    <a:pt x="6604" y="136524"/>
                  </a:lnTo>
                  <a:lnTo>
                    <a:pt x="0" y="186054"/>
                  </a:lnTo>
                  <a:lnTo>
                    <a:pt x="6604" y="235457"/>
                  </a:lnTo>
                  <a:lnTo>
                    <a:pt x="25400" y="279907"/>
                  </a:lnTo>
                  <a:lnTo>
                    <a:pt x="54482" y="317499"/>
                  </a:lnTo>
                  <a:lnTo>
                    <a:pt x="92201" y="346582"/>
                  </a:lnTo>
                  <a:lnTo>
                    <a:pt x="136651" y="365378"/>
                  </a:lnTo>
                  <a:lnTo>
                    <a:pt x="186055" y="371982"/>
                  </a:lnTo>
                  <a:lnTo>
                    <a:pt x="1123314" y="371982"/>
                  </a:lnTo>
                  <a:lnTo>
                    <a:pt x="1172717" y="365378"/>
                  </a:lnTo>
                  <a:lnTo>
                    <a:pt x="1217167" y="346582"/>
                  </a:lnTo>
                  <a:lnTo>
                    <a:pt x="1254887" y="317499"/>
                  </a:lnTo>
                  <a:lnTo>
                    <a:pt x="1283970" y="279907"/>
                  </a:lnTo>
                  <a:lnTo>
                    <a:pt x="1302765" y="235457"/>
                  </a:lnTo>
                  <a:lnTo>
                    <a:pt x="1309370" y="186054"/>
                  </a:lnTo>
                  <a:lnTo>
                    <a:pt x="1302765" y="136524"/>
                  </a:lnTo>
                  <a:lnTo>
                    <a:pt x="1283970" y="92201"/>
                  </a:lnTo>
                  <a:lnTo>
                    <a:pt x="1254887" y="54482"/>
                  </a:lnTo>
                  <a:lnTo>
                    <a:pt x="1217167" y="25399"/>
                  </a:lnTo>
                  <a:lnTo>
                    <a:pt x="1172717" y="6603"/>
                  </a:lnTo>
                  <a:lnTo>
                    <a:pt x="1123314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2812288" y="6964425"/>
              <a:ext cx="1309370" cy="372110"/>
            </a:xfrm>
            <a:custGeom>
              <a:avLst/>
              <a:gdLst/>
              <a:ahLst/>
              <a:cxnLst/>
              <a:rect l="l" t="t" r="r" b="b"/>
              <a:pathLst>
                <a:path w="1309370" h="372109">
                  <a:moveTo>
                    <a:pt x="0" y="186054"/>
                  </a:moveTo>
                  <a:lnTo>
                    <a:pt x="6604" y="136524"/>
                  </a:lnTo>
                  <a:lnTo>
                    <a:pt x="25400" y="92201"/>
                  </a:lnTo>
                  <a:lnTo>
                    <a:pt x="54482" y="54482"/>
                  </a:lnTo>
                  <a:lnTo>
                    <a:pt x="92201" y="25399"/>
                  </a:lnTo>
                  <a:lnTo>
                    <a:pt x="136651" y="6603"/>
                  </a:lnTo>
                  <a:lnTo>
                    <a:pt x="186055" y="0"/>
                  </a:lnTo>
                  <a:lnTo>
                    <a:pt x="1123314" y="0"/>
                  </a:lnTo>
                  <a:lnTo>
                    <a:pt x="1172717" y="6603"/>
                  </a:lnTo>
                  <a:lnTo>
                    <a:pt x="1217167" y="25399"/>
                  </a:lnTo>
                  <a:lnTo>
                    <a:pt x="1254887" y="54482"/>
                  </a:lnTo>
                  <a:lnTo>
                    <a:pt x="1283970" y="92201"/>
                  </a:lnTo>
                  <a:lnTo>
                    <a:pt x="1302765" y="136524"/>
                  </a:lnTo>
                  <a:lnTo>
                    <a:pt x="1309370" y="186054"/>
                  </a:lnTo>
                  <a:lnTo>
                    <a:pt x="1302765" y="235457"/>
                  </a:lnTo>
                  <a:lnTo>
                    <a:pt x="1283970" y="279907"/>
                  </a:lnTo>
                  <a:lnTo>
                    <a:pt x="1254887" y="317499"/>
                  </a:lnTo>
                  <a:lnTo>
                    <a:pt x="1217167" y="346582"/>
                  </a:lnTo>
                  <a:lnTo>
                    <a:pt x="1172717" y="365378"/>
                  </a:lnTo>
                  <a:lnTo>
                    <a:pt x="1123314" y="371982"/>
                  </a:lnTo>
                  <a:lnTo>
                    <a:pt x="186055" y="371982"/>
                  </a:lnTo>
                  <a:lnTo>
                    <a:pt x="136651" y="365378"/>
                  </a:lnTo>
                  <a:lnTo>
                    <a:pt x="92201" y="346582"/>
                  </a:lnTo>
                  <a:lnTo>
                    <a:pt x="54482" y="317499"/>
                  </a:lnTo>
                  <a:lnTo>
                    <a:pt x="25400" y="279907"/>
                  </a:lnTo>
                  <a:lnTo>
                    <a:pt x="6604" y="235457"/>
                  </a:lnTo>
                  <a:lnTo>
                    <a:pt x="0" y="186054"/>
                  </a:lnTo>
                  <a:close/>
                </a:path>
              </a:pathLst>
            </a:custGeom>
            <a:ln w="12700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819022" y="6963790"/>
              <a:ext cx="1489710" cy="372110"/>
            </a:xfrm>
            <a:custGeom>
              <a:avLst/>
              <a:gdLst/>
              <a:ahLst/>
              <a:cxnLst/>
              <a:rect l="l" t="t" r="r" b="b"/>
              <a:pathLst>
                <a:path w="1489710" h="372109">
                  <a:moveTo>
                    <a:pt x="1303655" y="0"/>
                  </a:moveTo>
                  <a:lnTo>
                    <a:pt x="186055" y="0"/>
                  </a:lnTo>
                  <a:lnTo>
                    <a:pt x="136588" y="6603"/>
                  </a:lnTo>
                  <a:lnTo>
                    <a:pt x="92151" y="25399"/>
                  </a:lnTo>
                  <a:lnTo>
                    <a:pt x="54495" y="54482"/>
                  </a:lnTo>
                  <a:lnTo>
                    <a:pt x="25400" y="92201"/>
                  </a:lnTo>
                  <a:lnTo>
                    <a:pt x="6642" y="136524"/>
                  </a:lnTo>
                  <a:lnTo>
                    <a:pt x="0" y="186054"/>
                  </a:lnTo>
                  <a:lnTo>
                    <a:pt x="6642" y="235457"/>
                  </a:lnTo>
                  <a:lnTo>
                    <a:pt x="25400" y="279907"/>
                  </a:lnTo>
                  <a:lnTo>
                    <a:pt x="54495" y="317499"/>
                  </a:lnTo>
                  <a:lnTo>
                    <a:pt x="92151" y="346582"/>
                  </a:lnTo>
                  <a:lnTo>
                    <a:pt x="136588" y="365378"/>
                  </a:lnTo>
                  <a:lnTo>
                    <a:pt x="186055" y="371982"/>
                  </a:lnTo>
                  <a:lnTo>
                    <a:pt x="1303655" y="371982"/>
                  </a:lnTo>
                  <a:lnTo>
                    <a:pt x="1353058" y="365378"/>
                  </a:lnTo>
                  <a:lnTo>
                    <a:pt x="1397508" y="346582"/>
                  </a:lnTo>
                  <a:lnTo>
                    <a:pt x="1435227" y="317499"/>
                  </a:lnTo>
                  <a:lnTo>
                    <a:pt x="1464310" y="279907"/>
                  </a:lnTo>
                  <a:lnTo>
                    <a:pt x="1483106" y="235457"/>
                  </a:lnTo>
                  <a:lnTo>
                    <a:pt x="1489710" y="186054"/>
                  </a:lnTo>
                  <a:lnTo>
                    <a:pt x="1483106" y="136524"/>
                  </a:lnTo>
                  <a:lnTo>
                    <a:pt x="1464310" y="92201"/>
                  </a:lnTo>
                  <a:lnTo>
                    <a:pt x="1435227" y="54482"/>
                  </a:lnTo>
                  <a:lnTo>
                    <a:pt x="1397508" y="25399"/>
                  </a:lnTo>
                  <a:lnTo>
                    <a:pt x="1353058" y="6603"/>
                  </a:lnTo>
                  <a:lnTo>
                    <a:pt x="1303655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819022" y="6963790"/>
              <a:ext cx="1489710" cy="372110"/>
            </a:xfrm>
            <a:custGeom>
              <a:avLst/>
              <a:gdLst/>
              <a:ahLst/>
              <a:cxnLst/>
              <a:rect l="l" t="t" r="r" b="b"/>
              <a:pathLst>
                <a:path w="1489710" h="372109">
                  <a:moveTo>
                    <a:pt x="0" y="186054"/>
                  </a:moveTo>
                  <a:lnTo>
                    <a:pt x="6642" y="136524"/>
                  </a:lnTo>
                  <a:lnTo>
                    <a:pt x="25400" y="92201"/>
                  </a:lnTo>
                  <a:lnTo>
                    <a:pt x="54495" y="54482"/>
                  </a:lnTo>
                  <a:lnTo>
                    <a:pt x="92151" y="25399"/>
                  </a:lnTo>
                  <a:lnTo>
                    <a:pt x="136588" y="6603"/>
                  </a:lnTo>
                  <a:lnTo>
                    <a:pt x="186055" y="0"/>
                  </a:lnTo>
                  <a:lnTo>
                    <a:pt x="1303655" y="0"/>
                  </a:lnTo>
                  <a:lnTo>
                    <a:pt x="1353058" y="6603"/>
                  </a:lnTo>
                  <a:lnTo>
                    <a:pt x="1397508" y="25399"/>
                  </a:lnTo>
                  <a:lnTo>
                    <a:pt x="1435227" y="54482"/>
                  </a:lnTo>
                  <a:lnTo>
                    <a:pt x="1464310" y="92201"/>
                  </a:lnTo>
                  <a:lnTo>
                    <a:pt x="1483106" y="136524"/>
                  </a:lnTo>
                  <a:lnTo>
                    <a:pt x="1489710" y="186054"/>
                  </a:lnTo>
                  <a:lnTo>
                    <a:pt x="1483106" y="235457"/>
                  </a:lnTo>
                  <a:lnTo>
                    <a:pt x="1464310" y="279907"/>
                  </a:lnTo>
                  <a:lnTo>
                    <a:pt x="1435227" y="317499"/>
                  </a:lnTo>
                  <a:lnTo>
                    <a:pt x="1397508" y="346582"/>
                  </a:lnTo>
                  <a:lnTo>
                    <a:pt x="1353058" y="365378"/>
                  </a:lnTo>
                  <a:lnTo>
                    <a:pt x="1303655" y="371982"/>
                  </a:lnTo>
                  <a:lnTo>
                    <a:pt x="186055" y="371982"/>
                  </a:lnTo>
                  <a:lnTo>
                    <a:pt x="136588" y="365378"/>
                  </a:lnTo>
                  <a:lnTo>
                    <a:pt x="92151" y="346582"/>
                  </a:lnTo>
                  <a:lnTo>
                    <a:pt x="54495" y="317499"/>
                  </a:lnTo>
                  <a:lnTo>
                    <a:pt x="25400" y="279907"/>
                  </a:lnTo>
                  <a:lnTo>
                    <a:pt x="6642" y="235457"/>
                  </a:lnTo>
                  <a:lnTo>
                    <a:pt x="0" y="186054"/>
                  </a:lnTo>
                  <a:close/>
                </a:path>
              </a:pathLst>
            </a:custGeom>
            <a:ln w="12700">
              <a:solidFill>
                <a:srgbClr val="2B46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520700" y="8373490"/>
              <a:ext cx="6498590" cy="0"/>
            </a:xfrm>
            <a:custGeom>
              <a:avLst/>
              <a:gdLst/>
              <a:ahLst/>
              <a:cxnLst/>
              <a:rect l="l" t="t" r="r" b="b"/>
              <a:pathLst>
                <a:path w="6498590">
                  <a:moveTo>
                    <a:pt x="0" y="0"/>
                  </a:moveTo>
                  <a:lnTo>
                    <a:pt x="6498082" y="0"/>
                  </a:lnTo>
                </a:path>
              </a:pathLst>
            </a:custGeom>
            <a:ln w="19050">
              <a:solidFill>
                <a:srgbClr val="4470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1628648" y="7305039"/>
              <a:ext cx="4792980" cy="1018540"/>
            </a:xfrm>
            <a:custGeom>
              <a:avLst/>
              <a:gdLst/>
              <a:ahLst/>
              <a:cxnLst/>
              <a:rect l="l" t="t" r="r" b="b"/>
              <a:pathLst>
                <a:path w="4792980" h="1018540">
                  <a:moveTo>
                    <a:pt x="141097" y="937768"/>
                  </a:moveTo>
                  <a:lnTo>
                    <a:pt x="112649" y="940689"/>
                  </a:lnTo>
                  <a:lnTo>
                    <a:pt x="19050" y="46482"/>
                  </a:lnTo>
                  <a:lnTo>
                    <a:pt x="0" y="48514"/>
                  </a:lnTo>
                  <a:lnTo>
                    <a:pt x="93599" y="942721"/>
                  </a:lnTo>
                  <a:lnTo>
                    <a:pt x="65278" y="945769"/>
                  </a:lnTo>
                  <a:lnTo>
                    <a:pt x="111125" y="1017397"/>
                  </a:lnTo>
                  <a:lnTo>
                    <a:pt x="141097" y="937768"/>
                  </a:lnTo>
                  <a:close/>
                </a:path>
                <a:path w="4792980" h="1018540">
                  <a:moveTo>
                    <a:pt x="1910969" y="939673"/>
                  </a:moveTo>
                  <a:lnTo>
                    <a:pt x="1882394" y="940943"/>
                  </a:lnTo>
                  <a:lnTo>
                    <a:pt x="1840865" y="47117"/>
                  </a:lnTo>
                  <a:lnTo>
                    <a:pt x="1821815" y="48006"/>
                  </a:lnTo>
                  <a:lnTo>
                    <a:pt x="1863344" y="941832"/>
                  </a:lnTo>
                  <a:lnTo>
                    <a:pt x="1834769" y="943229"/>
                  </a:lnTo>
                  <a:lnTo>
                    <a:pt x="1876425" y="1017397"/>
                  </a:lnTo>
                  <a:lnTo>
                    <a:pt x="1910969" y="939673"/>
                  </a:lnTo>
                  <a:close/>
                </a:path>
                <a:path w="4792980" h="1018540">
                  <a:moveTo>
                    <a:pt x="3628009" y="4953"/>
                  </a:moveTo>
                  <a:lnTo>
                    <a:pt x="3609721" y="0"/>
                  </a:lnTo>
                  <a:lnTo>
                    <a:pt x="3354578" y="942086"/>
                  </a:lnTo>
                  <a:lnTo>
                    <a:pt x="3327019" y="934720"/>
                  </a:lnTo>
                  <a:lnTo>
                    <a:pt x="3343910" y="1018032"/>
                  </a:lnTo>
                  <a:lnTo>
                    <a:pt x="3400552" y="954532"/>
                  </a:lnTo>
                  <a:lnTo>
                    <a:pt x="3372993" y="947039"/>
                  </a:lnTo>
                  <a:lnTo>
                    <a:pt x="3628009" y="4953"/>
                  </a:lnTo>
                  <a:close/>
                </a:path>
                <a:path w="4792980" h="1018540">
                  <a:moveTo>
                    <a:pt x="4792853" y="51054"/>
                  </a:moveTo>
                  <a:lnTo>
                    <a:pt x="4775327" y="43942"/>
                  </a:lnTo>
                  <a:lnTo>
                    <a:pt x="4431919" y="887476"/>
                  </a:lnTo>
                  <a:lnTo>
                    <a:pt x="4405376" y="876681"/>
                  </a:lnTo>
                  <a:lnTo>
                    <a:pt x="4411980" y="961644"/>
                  </a:lnTo>
                  <a:lnTo>
                    <a:pt x="4475988" y="905510"/>
                  </a:lnTo>
                  <a:lnTo>
                    <a:pt x="4449445" y="894715"/>
                  </a:lnTo>
                  <a:lnTo>
                    <a:pt x="4792853" y="510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7" name="object 347"/>
          <p:cNvSpPr txBox="1"/>
          <p:nvPr/>
        </p:nvSpPr>
        <p:spPr>
          <a:xfrm>
            <a:off x="1005636" y="7063866"/>
            <a:ext cx="1105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han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sz="1200" spc="-2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ss</a:t>
            </a:r>
            <a:r>
              <a:rPr sz="1200" spc="5" dirty="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8" name="object 348"/>
          <p:cNvSpPr txBox="1"/>
          <p:nvPr/>
        </p:nvSpPr>
        <p:spPr>
          <a:xfrm>
            <a:off x="3021329" y="7024242"/>
            <a:ext cx="9144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Send</a:t>
            </a:r>
            <a:r>
              <a:rPr sz="1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Message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4985130" y="7030338"/>
            <a:ext cx="456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0" name="object 350"/>
          <p:cNvSpPr txBox="1"/>
          <p:nvPr/>
        </p:nvSpPr>
        <p:spPr>
          <a:xfrm>
            <a:off x="6247257" y="7005955"/>
            <a:ext cx="497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r>
              <a:rPr sz="1200" spc="-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796" y="1420494"/>
            <a:ext cx="26092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Entity</a:t>
            </a: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Relationship</a:t>
            </a:r>
            <a:r>
              <a:rPr sz="16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730" y="3060700"/>
            <a:ext cx="6281420" cy="41836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7485" y="4707127"/>
            <a:ext cx="28575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3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1100" spc="2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100" spc="-3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9680" y="4707127"/>
            <a:ext cx="35814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Log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5359" y="4752847"/>
            <a:ext cx="2444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1100" spc="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99201" y="6591045"/>
            <a:ext cx="5619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solidFill>
                  <a:srgbClr val="FFFFFF"/>
                </a:solidFill>
                <a:latin typeface="Times New Roman"/>
                <a:cs typeface="Times New Roman"/>
              </a:rPr>
              <a:t>Password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0704" y="3170300"/>
            <a:ext cx="5905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1100" spc="2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1100" spc="-3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100" spc="1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100" spc="3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4440" y="3234308"/>
            <a:ext cx="1714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ID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7589" y="6630669"/>
            <a:ext cx="37401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1100" spc="-25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7589" y="3234308"/>
            <a:ext cx="3568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2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100" spc="-4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100" spc="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96945" y="6097269"/>
            <a:ext cx="3587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1100" spc="1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110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06548" y="804418"/>
            <a:ext cx="31508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indent="-165100">
              <a:lnSpc>
                <a:spcPct val="100000"/>
              </a:lnSpc>
              <a:spcBef>
                <a:spcPts val="90"/>
              </a:spcBef>
              <a:buFont typeface="Symbol"/>
              <a:buChar char=""/>
              <a:tabLst>
                <a:tab pos="177800" algn="l"/>
              </a:tabLst>
            </a:pPr>
            <a:r>
              <a:rPr sz="20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LEARNING</a:t>
            </a:r>
            <a:r>
              <a:rPr sz="2000" b="1" u="heavy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DURING</a:t>
            </a:r>
            <a:r>
              <a:rPr sz="2000" b="1" u="heavy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909" y="1813686"/>
            <a:ext cx="5472430" cy="6886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4655" indent="-229235">
              <a:lnSpc>
                <a:spcPct val="100000"/>
              </a:lnSpc>
              <a:spcBef>
                <a:spcPts val="105"/>
              </a:spcBef>
              <a:buFont typeface="Symbol"/>
              <a:buChar char=""/>
              <a:tabLst>
                <a:tab pos="414655" algn="l"/>
                <a:tab pos="415290" algn="l"/>
              </a:tabLst>
            </a:pPr>
            <a:r>
              <a:rPr sz="1600" dirty="0">
                <a:latin typeface="Times New Roman"/>
                <a:cs typeface="Times New Roman"/>
              </a:rPr>
              <a:t>Choose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simple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project</a:t>
            </a:r>
            <a:endParaRPr sz="1600">
              <a:latin typeface="Times New Roman"/>
              <a:cs typeface="Times New Roman"/>
            </a:endParaRPr>
          </a:p>
          <a:p>
            <a:pPr marL="698500" marR="92075" lvl="1" indent="-228600">
              <a:lnSpc>
                <a:spcPts val="1850"/>
              </a:lnSpc>
              <a:spcBef>
                <a:spcPts val="145"/>
              </a:spcBef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sz="1600" spc="-5" dirty="0">
                <a:latin typeface="Times New Roman"/>
                <a:cs typeface="Times New Roman"/>
              </a:rPr>
              <a:t>Select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small </a:t>
            </a:r>
            <a:r>
              <a:rPr sz="1600" spc="-5" dirty="0">
                <a:latin typeface="Times New Roman"/>
                <a:cs typeface="Times New Roman"/>
              </a:rPr>
              <a:t>project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idea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that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aligns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your</a:t>
            </a:r>
            <a:r>
              <a:rPr sz="1600" spc="-5" dirty="0">
                <a:latin typeface="Times New Roman"/>
                <a:cs typeface="Times New Roman"/>
              </a:rPr>
              <a:t> current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level of </a:t>
            </a:r>
            <a:r>
              <a:rPr sz="1600" spc="-10" dirty="0">
                <a:latin typeface="Times New Roman"/>
                <a:cs typeface="Times New Roman"/>
              </a:rPr>
              <a:t>Python </a:t>
            </a:r>
            <a:r>
              <a:rPr sz="1600" spc="-5" dirty="0">
                <a:latin typeface="Times New Roman"/>
                <a:cs typeface="Times New Roman"/>
              </a:rPr>
              <a:t>language knowledge. </a:t>
            </a:r>
            <a:r>
              <a:rPr sz="1600" dirty="0">
                <a:latin typeface="Times New Roman"/>
                <a:cs typeface="Times New Roman"/>
              </a:rPr>
              <a:t>Example </a:t>
            </a:r>
            <a:r>
              <a:rPr sz="1600" spc="-10" dirty="0">
                <a:latin typeface="Times New Roman"/>
                <a:cs typeface="Times New Roman"/>
              </a:rPr>
              <a:t>could 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include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Chatting App.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1480"/>
              </a:spcBef>
              <a:buAutoNum type="arabicPeriod"/>
              <a:tabLst>
                <a:tab pos="241935" algn="l"/>
              </a:tabLst>
            </a:pPr>
            <a:r>
              <a:rPr sz="1600" spc="-10" dirty="0">
                <a:latin typeface="Times New Roman"/>
                <a:cs typeface="Times New Roman"/>
              </a:rPr>
              <a:t>S</a:t>
            </a:r>
            <a:r>
              <a:rPr sz="1600" spc="5" dirty="0">
                <a:latin typeface="Times New Roman"/>
                <a:cs typeface="Times New Roman"/>
              </a:rPr>
              <a:t>t</a:t>
            </a:r>
            <a:r>
              <a:rPr sz="1600" spc="-15" dirty="0">
                <a:latin typeface="Times New Roman"/>
                <a:cs typeface="Times New Roman"/>
              </a:rPr>
              <a:t>u</a:t>
            </a:r>
            <a:r>
              <a:rPr sz="1600" spc="5" dirty="0">
                <a:latin typeface="Times New Roman"/>
                <a:cs typeface="Times New Roman"/>
              </a:rPr>
              <a:t>d</a:t>
            </a:r>
            <a:r>
              <a:rPr sz="1600" dirty="0">
                <a:latin typeface="Times New Roman"/>
                <a:cs typeface="Times New Roman"/>
              </a:rPr>
              <a:t>y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R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5" dirty="0">
                <a:latin typeface="Times New Roman"/>
                <a:cs typeface="Times New Roman"/>
              </a:rPr>
              <a:t>l</a:t>
            </a:r>
            <a:r>
              <a:rPr sz="1600" spc="-20" dirty="0">
                <a:latin typeface="Times New Roman"/>
                <a:cs typeface="Times New Roman"/>
              </a:rPr>
              <a:t>e</a:t>
            </a:r>
            <a:r>
              <a:rPr sz="1600" spc="-15" dirty="0">
                <a:latin typeface="Times New Roman"/>
                <a:cs typeface="Times New Roman"/>
              </a:rPr>
              <a:t>v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5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C</a:t>
            </a:r>
            <a:r>
              <a:rPr sz="1600" spc="-40" dirty="0">
                <a:latin typeface="Times New Roman"/>
                <a:cs typeface="Times New Roman"/>
              </a:rPr>
              <a:t>o</a:t>
            </a:r>
            <a:r>
              <a:rPr sz="1600" spc="-15" dirty="0">
                <a:latin typeface="Times New Roman"/>
                <a:cs typeface="Times New Roman"/>
              </a:rPr>
              <a:t>n</a:t>
            </a:r>
            <a:r>
              <a:rPr sz="1600" dirty="0">
                <a:latin typeface="Times New Roman"/>
                <a:cs typeface="Times New Roman"/>
              </a:rPr>
              <a:t>c</a:t>
            </a:r>
            <a:r>
              <a:rPr sz="1600" spc="-45" dirty="0">
                <a:latin typeface="Times New Roman"/>
                <a:cs typeface="Times New Roman"/>
              </a:rPr>
              <a:t>e</a:t>
            </a:r>
            <a:r>
              <a:rPr sz="1600" spc="-15" dirty="0">
                <a:latin typeface="Times New Roman"/>
                <a:cs typeface="Times New Roman"/>
              </a:rPr>
              <a:t>p</a:t>
            </a:r>
            <a:r>
              <a:rPr sz="1600" spc="5" dirty="0">
                <a:latin typeface="Times New Roman"/>
                <a:cs typeface="Times New Roman"/>
              </a:rPr>
              <a:t>t</a:t>
            </a:r>
            <a:r>
              <a:rPr sz="1600" dirty="0"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  <a:p>
            <a:pPr marL="698500" marR="156210" lvl="1" indent="-228600">
              <a:lnSpc>
                <a:spcPct val="96300"/>
              </a:lnSpc>
              <a:spcBef>
                <a:spcPts val="70"/>
              </a:spcBef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sz="1600" spc="-15" dirty="0">
                <a:latin typeface="Times New Roman"/>
                <a:cs typeface="Times New Roman"/>
              </a:rPr>
              <a:t>As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you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encounter new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concepts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 functions,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refer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 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Python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language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documentation,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textbooks,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or online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tutorials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understand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batter.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Topics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like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variables,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loops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functions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essential.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Symbol"/>
              <a:buChar char=""/>
            </a:pPr>
            <a:endParaRPr sz="1800">
              <a:latin typeface="Times New Roman"/>
              <a:cs typeface="Times New Roman"/>
            </a:endParaRPr>
          </a:p>
          <a:p>
            <a:pPr marL="241300" indent="-229235" algn="just">
              <a:lnSpc>
                <a:spcPct val="100000"/>
              </a:lnSpc>
              <a:spcBef>
                <a:spcPts val="1555"/>
              </a:spcBef>
              <a:buAutoNum type="arabicPeriod"/>
              <a:tabLst>
                <a:tab pos="241935" algn="l"/>
              </a:tabLst>
            </a:pPr>
            <a:r>
              <a:rPr sz="1600" spc="-5" dirty="0">
                <a:latin typeface="Times New Roman"/>
                <a:cs typeface="Times New Roman"/>
              </a:rPr>
              <a:t>Write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code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incrementally</a:t>
            </a:r>
            <a:endParaRPr sz="1600">
              <a:latin typeface="Times New Roman"/>
              <a:cs typeface="Times New Roman"/>
            </a:endParaRPr>
          </a:p>
          <a:p>
            <a:pPr marL="698500" marR="47625" lvl="1" indent="-228600" algn="just">
              <a:lnSpc>
                <a:spcPts val="1850"/>
              </a:lnSpc>
              <a:spcBef>
                <a:spcPts val="120"/>
              </a:spcBef>
              <a:buFont typeface="Symbol"/>
              <a:buChar char=""/>
              <a:tabLst>
                <a:tab pos="699135" algn="l"/>
              </a:tabLst>
            </a:pPr>
            <a:r>
              <a:rPr sz="1600" dirty="0">
                <a:latin typeface="Times New Roman"/>
                <a:cs typeface="Times New Roman"/>
              </a:rPr>
              <a:t>Start </a:t>
            </a:r>
            <a:r>
              <a:rPr sz="1600" spc="-5" dirty="0">
                <a:latin typeface="Times New Roman"/>
                <a:cs typeface="Times New Roman"/>
              </a:rPr>
              <a:t>with the basics and build </a:t>
            </a:r>
            <a:r>
              <a:rPr sz="1600" spc="-10" dirty="0">
                <a:latin typeface="Times New Roman"/>
                <a:cs typeface="Times New Roman"/>
              </a:rPr>
              <a:t>your </a:t>
            </a:r>
            <a:r>
              <a:rPr sz="1600" spc="-5" dirty="0">
                <a:latin typeface="Times New Roman"/>
                <a:cs typeface="Times New Roman"/>
              </a:rPr>
              <a:t>project </a:t>
            </a:r>
            <a:r>
              <a:rPr sz="1600" spc="-10" dirty="0">
                <a:latin typeface="Times New Roman"/>
                <a:cs typeface="Times New Roman"/>
              </a:rPr>
              <a:t>incrementally.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Test </a:t>
            </a:r>
            <a:r>
              <a:rPr sz="1600" spc="-5" dirty="0">
                <a:latin typeface="Times New Roman"/>
                <a:cs typeface="Times New Roman"/>
              </a:rPr>
              <a:t>each part </a:t>
            </a:r>
            <a:r>
              <a:rPr sz="1600" spc="5" dirty="0">
                <a:latin typeface="Times New Roman"/>
                <a:cs typeface="Times New Roman"/>
              </a:rPr>
              <a:t>as </a:t>
            </a:r>
            <a:r>
              <a:rPr sz="1600" spc="-15" dirty="0">
                <a:latin typeface="Times New Roman"/>
                <a:cs typeface="Times New Roman"/>
              </a:rPr>
              <a:t>you </a:t>
            </a:r>
            <a:r>
              <a:rPr sz="1600" spc="-5" dirty="0">
                <a:latin typeface="Times New Roman"/>
                <a:cs typeface="Times New Roman"/>
              </a:rPr>
              <a:t>go </a:t>
            </a:r>
            <a:r>
              <a:rPr sz="1600" spc="5" dirty="0">
                <a:latin typeface="Times New Roman"/>
                <a:cs typeface="Times New Roman"/>
              </a:rPr>
              <a:t>to </a:t>
            </a:r>
            <a:r>
              <a:rPr sz="1600" spc="-5" dirty="0">
                <a:latin typeface="Times New Roman"/>
                <a:cs typeface="Times New Roman"/>
              </a:rPr>
              <a:t>ensure </a:t>
            </a:r>
            <a:r>
              <a:rPr sz="1600" spc="-10" dirty="0">
                <a:latin typeface="Times New Roman"/>
                <a:cs typeface="Times New Roman"/>
              </a:rPr>
              <a:t>it </a:t>
            </a:r>
            <a:r>
              <a:rPr sz="1600" spc="-5" dirty="0">
                <a:latin typeface="Times New Roman"/>
                <a:cs typeface="Times New Roman"/>
              </a:rPr>
              <a:t>works before </a:t>
            </a:r>
            <a:r>
              <a:rPr sz="1600" dirty="0">
                <a:latin typeface="Times New Roman"/>
                <a:cs typeface="Times New Roman"/>
              </a:rPr>
              <a:t>moving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next.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Symbol"/>
              <a:buChar char=""/>
            </a:pPr>
            <a:endParaRPr sz="1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1455"/>
              </a:spcBef>
              <a:buAutoNum type="arabicPeriod"/>
              <a:tabLst>
                <a:tab pos="241935" algn="l"/>
              </a:tabLst>
            </a:pPr>
            <a:r>
              <a:rPr sz="1600" spc="-10" dirty="0">
                <a:latin typeface="Times New Roman"/>
                <a:cs typeface="Times New Roman"/>
              </a:rPr>
              <a:t>Debugging</a:t>
            </a:r>
            <a:endParaRPr sz="1600">
              <a:latin typeface="Times New Roman"/>
              <a:cs typeface="Times New Roman"/>
            </a:endParaRPr>
          </a:p>
          <a:p>
            <a:pPr marL="698500" marR="65405" lvl="1" indent="-228600">
              <a:lnSpc>
                <a:spcPct val="96300"/>
              </a:lnSpc>
              <a:spcBef>
                <a:spcPts val="95"/>
              </a:spcBef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sz="1600" spc="-5" dirty="0">
                <a:latin typeface="Times New Roman"/>
                <a:cs typeface="Times New Roman"/>
              </a:rPr>
              <a:t>Debugging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important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part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of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the learning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process.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When </a:t>
            </a:r>
            <a:r>
              <a:rPr sz="1600" spc="-15" dirty="0">
                <a:latin typeface="Times New Roman"/>
                <a:cs typeface="Times New Roman"/>
              </a:rPr>
              <a:t>you </a:t>
            </a:r>
            <a:r>
              <a:rPr sz="1600" spc="-5" dirty="0">
                <a:latin typeface="Times New Roman"/>
                <a:cs typeface="Times New Roman"/>
              </a:rPr>
              <a:t>encounter </a:t>
            </a:r>
            <a:r>
              <a:rPr sz="1600" spc="-10" dirty="0">
                <a:latin typeface="Times New Roman"/>
                <a:cs typeface="Times New Roman"/>
              </a:rPr>
              <a:t>errors, </a:t>
            </a:r>
            <a:r>
              <a:rPr sz="1600" spc="5" dirty="0">
                <a:latin typeface="Times New Roman"/>
                <a:cs typeface="Times New Roman"/>
              </a:rPr>
              <a:t>use </a:t>
            </a:r>
            <a:r>
              <a:rPr sz="1600" spc="-5" dirty="0">
                <a:latin typeface="Times New Roman"/>
                <a:cs typeface="Times New Roman"/>
              </a:rPr>
              <a:t>debugging tools and </a:t>
            </a:r>
            <a:r>
              <a:rPr sz="1600" dirty="0">
                <a:latin typeface="Times New Roman"/>
                <a:cs typeface="Times New Roman"/>
              </a:rPr>
              <a:t>print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statements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identify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fix</a:t>
            </a:r>
            <a:r>
              <a:rPr sz="1600" spc="-5" dirty="0">
                <a:latin typeface="Times New Roman"/>
                <a:cs typeface="Times New Roman"/>
              </a:rPr>
              <a:t> them.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Font typeface="Symbol"/>
              <a:buChar char=""/>
            </a:pPr>
            <a:endParaRPr sz="1800">
              <a:latin typeface="Times New Roman"/>
              <a:cs typeface="Times New Roman"/>
            </a:endParaRPr>
          </a:p>
          <a:p>
            <a:pPr marL="323215" indent="-229235">
              <a:lnSpc>
                <a:spcPct val="100000"/>
              </a:lnSpc>
              <a:spcBef>
                <a:spcPts val="1530"/>
              </a:spcBef>
              <a:buAutoNum type="arabicPeriod"/>
              <a:tabLst>
                <a:tab pos="323850" algn="l"/>
              </a:tabLst>
            </a:pPr>
            <a:r>
              <a:rPr sz="1600" dirty="0">
                <a:latin typeface="Times New Roman"/>
                <a:cs typeface="Times New Roman"/>
              </a:rPr>
              <a:t>Share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5" dirty="0">
                <a:latin typeface="Times New Roman"/>
                <a:cs typeface="Times New Roman"/>
              </a:rPr>
              <a:t>Discuss</a:t>
            </a:r>
            <a:endParaRPr sz="1600">
              <a:latin typeface="Times New Roman"/>
              <a:cs typeface="Times New Roman"/>
            </a:endParaRPr>
          </a:p>
          <a:p>
            <a:pPr marL="698500" marR="5080" lvl="1" indent="-228600">
              <a:lnSpc>
                <a:spcPts val="1850"/>
              </a:lnSpc>
              <a:spcBef>
                <a:spcPts val="145"/>
              </a:spcBef>
              <a:buFont typeface="Symbol"/>
              <a:buChar char=""/>
              <a:tabLst>
                <a:tab pos="697865" algn="l"/>
                <a:tab pos="699135" algn="l"/>
              </a:tabLst>
            </a:pPr>
            <a:r>
              <a:rPr sz="1600" dirty="0">
                <a:latin typeface="Times New Roman"/>
                <a:cs typeface="Times New Roman"/>
              </a:rPr>
              <a:t>Share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your</a:t>
            </a:r>
            <a:r>
              <a:rPr sz="1600" spc="-5" dirty="0">
                <a:latin typeface="Times New Roman"/>
                <a:cs typeface="Times New Roman"/>
              </a:rPr>
              <a:t> project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with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others,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whether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it’s </a:t>
            </a:r>
            <a:r>
              <a:rPr sz="1600" spc="-5" dirty="0">
                <a:latin typeface="Times New Roman"/>
                <a:cs typeface="Times New Roman"/>
              </a:rPr>
              <a:t>friends, 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mentors, or </a:t>
            </a:r>
            <a:r>
              <a:rPr sz="1600" dirty="0">
                <a:latin typeface="Times New Roman"/>
                <a:cs typeface="Times New Roman"/>
              </a:rPr>
              <a:t>online </a:t>
            </a:r>
            <a:r>
              <a:rPr sz="1600" spc="-5" dirty="0">
                <a:latin typeface="Times New Roman"/>
                <a:cs typeface="Times New Roman"/>
              </a:rPr>
              <a:t>communities. Discussing </a:t>
            </a:r>
            <a:r>
              <a:rPr sz="1600" spc="-10" dirty="0">
                <a:latin typeface="Times New Roman"/>
                <a:cs typeface="Times New Roman"/>
              </a:rPr>
              <a:t>your </a:t>
            </a:r>
            <a:r>
              <a:rPr sz="1600" dirty="0">
                <a:latin typeface="Times New Roman"/>
                <a:cs typeface="Times New Roman"/>
              </a:rPr>
              <a:t>code can </a:t>
            </a:r>
            <a:r>
              <a:rPr sz="1600" spc="-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lead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valuable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insights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and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suggestions</a:t>
            </a:r>
            <a:r>
              <a:rPr sz="1600" spc="-10" dirty="0">
                <a:latin typeface="Times New Roman"/>
                <a:cs typeface="Times New Roman"/>
              </a:rPr>
              <a:t> for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improvement.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8135" y="792225"/>
            <a:ext cx="3544570" cy="1545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09065">
              <a:lnSpc>
                <a:spcPct val="100000"/>
              </a:lnSpc>
              <a:spcBef>
                <a:spcPts val="90"/>
              </a:spcBef>
            </a:pPr>
            <a:r>
              <a:rPr sz="2000" b="1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BIBLIOGRAPHY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1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Symbol"/>
              <a:buChar char=""/>
              <a:tabLst>
                <a:tab pos="241300" algn="l"/>
              </a:tabLst>
            </a:pPr>
            <a:r>
              <a:rPr sz="1900" spc="-5" dirty="0">
                <a:latin typeface="Calibri"/>
                <a:cs typeface="Calibri"/>
              </a:rPr>
              <a:t>Online</a:t>
            </a:r>
            <a:r>
              <a:rPr sz="1900" spc="-10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Refrances</a:t>
            </a:r>
            <a:endParaRPr sz="1900">
              <a:latin typeface="Calibri"/>
              <a:cs typeface="Calibri"/>
            </a:endParaRPr>
          </a:p>
          <a:p>
            <a:pPr marL="469900" lvl="1" indent="-229235">
              <a:lnSpc>
                <a:spcPts val="2265"/>
              </a:lnSpc>
              <a:spcBef>
                <a:spcPts val="75"/>
              </a:spcBef>
              <a:buAutoNum type="arabicPeriod"/>
              <a:tabLst>
                <a:tab pos="470534" algn="l"/>
              </a:tabLst>
            </a:pPr>
            <a:r>
              <a:rPr sz="1900" spc="-5" dirty="0">
                <a:latin typeface="Calibri"/>
                <a:cs typeface="Calibri"/>
              </a:rPr>
              <a:t>“Pythontutorial”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→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W3Schools</a:t>
            </a:r>
            <a:endParaRPr sz="1900">
              <a:latin typeface="Times New Roman"/>
              <a:cs typeface="Times New Roman"/>
            </a:endParaRPr>
          </a:p>
          <a:p>
            <a:pPr marL="469900" lvl="1" indent="-229235">
              <a:lnSpc>
                <a:spcPts val="2385"/>
              </a:lnSpc>
              <a:buFont typeface="Calibri"/>
              <a:buAutoNum type="arabicPeriod"/>
              <a:tabLst>
                <a:tab pos="470534" algn="l"/>
              </a:tabLst>
            </a:pPr>
            <a:r>
              <a:rPr sz="1900" spc="-5" dirty="0">
                <a:latin typeface="Times New Roman"/>
                <a:cs typeface="Times New Roman"/>
              </a:rPr>
              <a:t>YouTube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→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‘Codewithherry’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8635"/>
              </a:lnSpc>
              <a:spcBef>
                <a:spcPts val="100"/>
              </a:spcBef>
            </a:pPr>
            <a:r>
              <a:rPr spc="-505" dirty="0"/>
              <a:t>THANK</a:t>
            </a:r>
            <a:r>
              <a:rPr spc="350" dirty="0"/>
              <a:t> </a:t>
            </a:r>
            <a:r>
              <a:rPr spc="-545" dirty="0"/>
              <a:t>YOU</a:t>
            </a:r>
          </a:p>
          <a:p>
            <a:pPr marL="9525" algn="ctr">
              <a:lnSpc>
                <a:spcPts val="1914"/>
              </a:lnSpc>
            </a:pPr>
            <a:r>
              <a:rPr sz="1600" spc="-10" dirty="0"/>
              <a:t>(Specially, To</a:t>
            </a:r>
            <a:r>
              <a:rPr sz="1600" spc="-50" dirty="0"/>
              <a:t> </a:t>
            </a:r>
            <a:r>
              <a:rPr sz="1600" dirty="0"/>
              <a:t>our</a:t>
            </a:r>
            <a:r>
              <a:rPr sz="1600" spc="-25" dirty="0"/>
              <a:t> </a:t>
            </a:r>
            <a:r>
              <a:rPr sz="1600" spc="-5" dirty="0"/>
              <a:t>project </a:t>
            </a:r>
            <a:r>
              <a:rPr sz="1600" spc="-10" dirty="0"/>
              <a:t>Guide)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692</Words>
  <Application>Microsoft Office PowerPoint</Application>
  <PresentationFormat>Custom</PresentationFormat>
  <Paragraphs>155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 MT</vt:lpstr>
      <vt:lpstr>Calibri</vt:lpstr>
      <vt:lpstr>Cambria</vt:lpstr>
      <vt:lpstr>Symbol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(Specially, To our project Guide)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report on</dc:title>
  <dc:creator>Lenovo</dc:creator>
  <cp:lastModifiedBy>Gojo Saturo</cp:lastModifiedBy>
  <cp:revision>3</cp:revision>
  <dcterms:created xsi:type="dcterms:W3CDTF">2024-09-14T09:51:21Z</dcterms:created>
  <dcterms:modified xsi:type="dcterms:W3CDTF">2025-02-20T15:20:26Z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2024-09-14T00:00:00Z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2024-09-14T00:00:00Z</vt:filetime>
  </property>
</Properties>
</file>